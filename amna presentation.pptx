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226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" y="-1"/>
            <a:ext cx="18288001" cy="1028700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791408" y="2097856"/>
            <a:ext cx="9663430" cy="2313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150" b="0" i="1">
                <a:solidFill>
                  <a:srgbClr val="8F6552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831376" y="5293121"/>
            <a:ext cx="8932544" cy="2463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5150" b="0" i="1">
                <a:solidFill>
                  <a:srgbClr val="8F6552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5150" b="0" i="1">
                <a:solidFill>
                  <a:srgbClr val="8F6552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5150" b="0" i="1">
                <a:solidFill>
                  <a:srgbClr val="8F6552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" y="-1"/>
            <a:ext cx="18288002" cy="10287001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23999" y="2693584"/>
            <a:ext cx="4674039" cy="7593415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2467998" y="2780628"/>
            <a:ext cx="723265" cy="90170"/>
          </a:xfrm>
          <a:custGeom>
            <a:avLst/>
            <a:gdLst/>
            <a:ahLst/>
            <a:cxnLst/>
            <a:rect l="l" t="t" r="r" b="b"/>
            <a:pathLst>
              <a:path w="723265" h="90169">
                <a:moveTo>
                  <a:pt x="677894" y="89682"/>
                </a:moveTo>
                <a:lnTo>
                  <a:pt x="44841" y="89682"/>
                </a:lnTo>
                <a:lnTo>
                  <a:pt x="27820" y="86385"/>
                </a:lnTo>
                <a:lnTo>
                  <a:pt x="13518" y="77153"/>
                </a:lnTo>
                <a:lnTo>
                  <a:pt x="3668" y="62975"/>
                </a:lnTo>
                <a:lnTo>
                  <a:pt x="0" y="44841"/>
                </a:lnTo>
                <a:lnTo>
                  <a:pt x="3668" y="26706"/>
                </a:lnTo>
                <a:lnTo>
                  <a:pt x="13518" y="12529"/>
                </a:lnTo>
                <a:lnTo>
                  <a:pt x="27820" y="3297"/>
                </a:lnTo>
                <a:lnTo>
                  <a:pt x="44841" y="0"/>
                </a:lnTo>
                <a:lnTo>
                  <a:pt x="677894" y="0"/>
                </a:lnTo>
                <a:lnTo>
                  <a:pt x="694915" y="3297"/>
                </a:lnTo>
                <a:lnTo>
                  <a:pt x="709217" y="12529"/>
                </a:lnTo>
                <a:lnTo>
                  <a:pt x="719067" y="26706"/>
                </a:lnTo>
                <a:lnTo>
                  <a:pt x="722735" y="44841"/>
                </a:lnTo>
                <a:lnTo>
                  <a:pt x="719067" y="62975"/>
                </a:lnTo>
                <a:lnTo>
                  <a:pt x="709217" y="77153"/>
                </a:lnTo>
                <a:lnTo>
                  <a:pt x="694915" y="86385"/>
                </a:lnTo>
                <a:lnTo>
                  <a:pt x="677894" y="89682"/>
                </a:lnTo>
                <a:close/>
              </a:path>
            </a:pathLst>
          </a:custGeom>
          <a:solidFill>
            <a:srgbClr val="FAD3D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420216" y="2759526"/>
            <a:ext cx="131885" cy="131885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10138892" y="3793514"/>
            <a:ext cx="58419" cy="2548255"/>
          </a:xfrm>
          <a:custGeom>
            <a:avLst/>
            <a:gdLst/>
            <a:ahLst/>
            <a:cxnLst/>
            <a:rect l="l" t="t" r="r" b="b"/>
            <a:pathLst>
              <a:path w="58420" h="2548254">
                <a:moveTo>
                  <a:pt x="58026" y="1746173"/>
                </a:moveTo>
                <a:lnTo>
                  <a:pt x="35598" y="1750783"/>
                </a:lnTo>
                <a:lnTo>
                  <a:pt x="17145" y="1763318"/>
                </a:lnTo>
                <a:lnTo>
                  <a:pt x="4610" y="1781784"/>
                </a:lnTo>
                <a:lnTo>
                  <a:pt x="0" y="1804200"/>
                </a:lnTo>
                <a:lnTo>
                  <a:pt x="0" y="2490012"/>
                </a:lnTo>
                <a:lnTo>
                  <a:pt x="4610" y="2512428"/>
                </a:lnTo>
                <a:lnTo>
                  <a:pt x="17145" y="2530894"/>
                </a:lnTo>
                <a:lnTo>
                  <a:pt x="35598" y="2543429"/>
                </a:lnTo>
                <a:lnTo>
                  <a:pt x="58026" y="2548039"/>
                </a:lnTo>
                <a:lnTo>
                  <a:pt x="58026" y="1746173"/>
                </a:lnTo>
                <a:close/>
              </a:path>
              <a:path w="58420" h="2548254">
                <a:moveTo>
                  <a:pt x="58026" y="772858"/>
                </a:moveTo>
                <a:lnTo>
                  <a:pt x="35598" y="777062"/>
                </a:lnTo>
                <a:lnTo>
                  <a:pt x="17145" y="788682"/>
                </a:lnTo>
                <a:lnTo>
                  <a:pt x="4610" y="806234"/>
                </a:lnTo>
                <a:lnTo>
                  <a:pt x="0" y="828243"/>
                </a:lnTo>
                <a:lnTo>
                  <a:pt x="0" y="1514055"/>
                </a:lnTo>
                <a:lnTo>
                  <a:pt x="4610" y="1536471"/>
                </a:lnTo>
                <a:lnTo>
                  <a:pt x="17145" y="1554937"/>
                </a:lnTo>
                <a:lnTo>
                  <a:pt x="35598" y="1567472"/>
                </a:lnTo>
                <a:lnTo>
                  <a:pt x="58026" y="1572082"/>
                </a:lnTo>
                <a:lnTo>
                  <a:pt x="58026" y="772858"/>
                </a:lnTo>
                <a:close/>
              </a:path>
              <a:path w="58420" h="2548254">
                <a:moveTo>
                  <a:pt x="58026" y="0"/>
                </a:moveTo>
                <a:lnTo>
                  <a:pt x="35598" y="4203"/>
                </a:lnTo>
                <a:lnTo>
                  <a:pt x="17145" y="15824"/>
                </a:lnTo>
                <a:lnTo>
                  <a:pt x="4610" y="33388"/>
                </a:lnTo>
                <a:lnTo>
                  <a:pt x="0" y="55397"/>
                </a:lnTo>
                <a:lnTo>
                  <a:pt x="0" y="385114"/>
                </a:lnTo>
                <a:lnTo>
                  <a:pt x="4610" y="407530"/>
                </a:lnTo>
                <a:lnTo>
                  <a:pt x="17145" y="425996"/>
                </a:lnTo>
                <a:lnTo>
                  <a:pt x="35598" y="438531"/>
                </a:lnTo>
                <a:lnTo>
                  <a:pt x="58026" y="443141"/>
                </a:lnTo>
                <a:lnTo>
                  <a:pt x="58026" y="0"/>
                </a:lnTo>
                <a:close/>
              </a:path>
            </a:pathLst>
          </a:custGeom>
          <a:solidFill>
            <a:srgbClr val="FFA6C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5522478" y="4830136"/>
            <a:ext cx="58419" cy="1284605"/>
          </a:xfrm>
          <a:custGeom>
            <a:avLst/>
            <a:gdLst/>
            <a:ahLst/>
            <a:cxnLst/>
            <a:rect l="l" t="t" r="r" b="b"/>
            <a:pathLst>
              <a:path w="58419" h="1284604">
                <a:moveTo>
                  <a:pt x="0" y="1284569"/>
                </a:moveTo>
                <a:lnTo>
                  <a:pt x="0" y="0"/>
                </a:lnTo>
                <a:lnTo>
                  <a:pt x="22420" y="4615"/>
                </a:lnTo>
                <a:lnTo>
                  <a:pt x="40884" y="17145"/>
                </a:lnTo>
                <a:lnTo>
                  <a:pt x="53413" y="35608"/>
                </a:lnTo>
                <a:lnTo>
                  <a:pt x="58029" y="58029"/>
                </a:lnTo>
                <a:lnTo>
                  <a:pt x="58029" y="1226539"/>
                </a:lnTo>
                <a:lnTo>
                  <a:pt x="53413" y="1248959"/>
                </a:lnTo>
                <a:lnTo>
                  <a:pt x="40884" y="1267423"/>
                </a:lnTo>
                <a:lnTo>
                  <a:pt x="22420" y="1279953"/>
                </a:lnTo>
                <a:lnTo>
                  <a:pt x="0" y="1284569"/>
                </a:lnTo>
                <a:close/>
              </a:path>
            </a:pathLst>
          </a:custGeom>
          <a:solidFill>
            <a:srgbClr val="613A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196922" y="2369144"/>
            <a:ext cx="5325745" cy="7918450"/>
          </a:xfrm>
          <a:custGeom>
            <a:avLst/>
            <a:gdLst/>
            <a:ahLst/>
            <a:cxnLst/>
            <a:rect l="l" t="t" r="r" b="b"/>
            <a:pathLst>
              <a:path w="5325744" h="7918450">
                <a:moveTo>
                  <a:pt x="4590902" y="1621"/>
                </a:moveTo>
                <a:lnTo>
                  <a:pt x="739051" y="1621"/>
                </a:lnTo>
                <a:lnTo>
                  <a:pt x="788678" y="0"/>
                </a:lnTo>
                <a:lnTo>
                  <a:pt x="4539514" y="0"/>
                </a:lnTo>
                <a:lnTo>
                  <a:pt x="4590902" y="1621"/>
                </a:lnTo>
                <a:close/>
              </a:path>
              <a:path w="5325744" h="7918450">
                <a:moveTo>
                  <a:pt x="52773" y="7917855"/>
                </a:moveTo>
                <a:lnTo>
                  <a:pt x="61" y="7917855"/>
                </a:lnTo>
                <a:lnTo>
                  <a:pt x="0" y="788678"/>
                </a:lnTo>
                <a:lnTo>
                  <a:pt x="989" y="748741"/>
                </a:lnTo>
                <a:lnTo>
                  <a:pt x="3956" y="708557"/>
                </a:lnTo>
                <a:lnTo>
                  <a:pt x="8902" y="668868"/>
                </a:lnTo>
                <a:lnTo>
                  <a:pt x="15826" y="630414"/>
                </a:lnTo>
                <a:lnTo>
                  <a:pt x="24069" y="592168"/>
                </a:lnTo>
                <a:lnTo>
                  <a:pt x="34290" y="553921"/>
                </a:lnTo>
                <a:lnTo>
                  <a:pt x="54732" y="499847"/>
                </a:lnTo>
                <a:lnTo>
                  <a:pt x="79131" y="445774"/>
                </a:lnTo>
                <a:lnTo>
                  <a:pt x="106209" y="396070"/>
                </a:lnTo>
                <a:lnTo>
                  <a:pt x="136172" y="348179"/>
                </a:lnTo>
                <a:lnTo>
                  <a:pt x="174996" y="293281"/>
                </a:lnTo>
                <a:lnTo>
                  <a:pt x="212419" y="249759"/>
                </a:lnTo>
                <a:lnTo>
                  <a:pt x="245967" y="217199"/>
                </a:lnTo>
                <a:lnTo>
                  <a:pt x="273663" y="191646"/>
                </a:lnTo>
                <a:lnTo>
                  <a:pt x="325224" y="150217"/>
                </a:lnTo>
                <a:lnTo>
                  <a:pt x="364899" y="123281"/>
                </a:lnTo>
                <a:lnTo>
                  <a:pt x="406405" y="98675"/>
                </a:lnTo>
                <a:lnTo>
                  <a:pt x="449611" y="76519"/>
                </a:lnTo>
                <a:lnTo>
                  <a:pt x="494387" y="56931"/>
                </a:lnTo>
                <a:lnTo>
                  <a:pt x="540602" y="40031"/>
                </a:lnTo>
                <a:lnTo>
                  <a:pt x="588124" y="25937"/>
                </a:lnTo>
                <a:lnTo>
                  <a:pt x="636824" y="14768"/>
                </a:lnTo>
                <a:lnTo>
                  <a:pt x="686570" y="6642"/>
                </a:lnTo>
                <a:lnTo>
                  <a:pt x="737838" y="1621"/>
                </a:lnTo>
                <a:lnTo>
                  <a:pt x="4591322" y="1621"/>
                </a:lnTo>
                <a:lnTo>
                  <a:pt x="4641409" y="6428"/>
                </a:lnTo>
                <a:lnTo>
                  <a:pt x="4690941" y="14340"/>
                </a:lnTo>
                <a:lnTo>
                  <a:pt x="4739403" y="25271"/>
                </a:lnTo>
                <a:lnTo>
                  <a:pt x="4786700" y="39139"/>
                </a:lnTo>
                <a:lnTo>
                  <a:pt x="4824181" y="52754"/>
                </a:lnTo>
                <a:lnTo>
                  <a:pt x="788678" y="52754"/>
                </a:lnTo>
                <a:lnTo>
                  <a:pt x="740316" y="54320"/>
                </a:lnTo>
                <a:lnTo>
                  <a:pt x="692786" y="58956"/>
                </a:lnTo>
                <a:lnTo>
                  <a:pt x="646185" y="66565"/>
                </a:lnTo>
                <a:lnTo>
                  <a:pt x="600610" y="77050"/>
                </a:lnTo>
                <a:lnTo>
                  <a:pt x="556158" y="90315"/>
                </a:lnTo>
                <a:lnTo>
                  <a:pt x="512926" y="106265"/>
                </a:lnTo>
                <a:lnTo>
                  <a:pt x="471013" y="124802"/>
                </a:lnTo>
                <a:lnTo>
                  <a:pt x="430514" y="145831"/>
                </a:lnTo>
                <a:lnTo>
                  <a:pt x="391527" y="169256"/>
                </a:lnTo>
                <a:lnTo>
                  <a:pt x="354151" y="194980"/>
                </a:lnTo>
                <a:lnTo>
                  <a:pt x="318480" y="222907"/>
                </a:lnTo>
                <a:lnTo>
                  <a:pt x="284614" y="252940"/>
                </a:lnTo>
                <a:lnTo>
                  <a:pt x="252649" y="284985"/>
                </a:lnTo>
                <a:lnTo>
                  <a:pt x="222682" y="318943"/>
                </a:lnTo>
                <a:lnTo>
                  <a:pt x="194811" y="354720"/>
                </a:lnTo>
                <a:lnTo>
                  <a:pt x="169133" y="392219"/>
                </a:lnTo>
                <a:lnTo>
                  <a:pt x="145745" y="431343"/>
                </a:lnTo>
                <a:lnTo>
                  <a:pt x="124744" y="471997"/>
                </a:lnTo>
                <a:lnTo>
                  <a:pt x="106228" y="514084"/>
                </a:lnTo>
                <a:lnTo>
                  <a:pt x="90294" y="557508"/>
                </a:lnTo>
                <a:lnTo>
                  <a:pt x="77039" y="602173"/>
                </a:lnTo>
                <a:lnTo>
                  <a:pt x="66560" y="647982"/>
                </a:lnTo>
                <a:lnTo>
                  <a:pt x="58955" y="694840"/>
                </a:lnTo>
                <a:lnTo>
                  <a:pt x="54320" y="742650"/>
                </a:lnTo>
                <a:lnTo>
                  <a:pt x="52839" y="788678"/>
                </a:lnTo>
                <a:lnTo>
                  <a:pt x="52773" y="7917855"/>
                </a:lnTo>
                <a:close/>
              </a:path>
              <a:path w="5325744" h="7918450">
                <a:moveTo>
                  <a:pt x="5325495" y="7917855"/>
                </a:moveTo>
                <a:lnTo>
                  <a:pt x="5272802" y="7917855"/>
                </a:lnTo>
                <a:lnTo>
                  <a:pt x="5272802" y="788678"/>
                </a:lnTo>
                <a:lnTo>
                  <a:pt x="5271311" y="742650"/>
                </a:lnTo>
                <a:lnTo>
                  <a:pt x="5266601" y="692786"/>
                </a:lnTo>
                <a:lnTo>
                  <a:pt x="5258996" y="646185"/>
                </a:lnTo>
                <a:lnTo>
                  <a:pt x="5248517" y="600609"/>
                </a:lnTo>
                <a:lnTo>
                  <a:pt x="5235262" y="556157"/>
                </a:lnTo>
                <a:lnTo>
                  <a:pt x="5219328" y="512926"/>
                </a:lnTo>
                <a:lnTo>
                  <a:pt x="5200812" y="471012"/>
                </a:lnTo>
                <a:lnTo>
                  <a:pt x="5179811" y="430514"/>
                </a:lnTo>
                <a:lnTo>
                  <a:pt x="5156423" y="391527"/>
                </a:lnTo>
                <a:lnTo>
                  <a:pt x="5130745" y="354150"/>
                </a:lnTo>
                <a:lnTo>
                  <a:pt x="5102873" y="318480"/>
                </a:lnTo>
                <a:lnTo>
                  <a:pt x="5072907" y="284614"/>
                </a:lnTo>
                <a:lnTo>
                  <a:pt x="5040941" y="252649"/>
                </a:lnTo>
                <a:lnTo>
                  <a:pt x="5007075" y="222682"/>
                </a:lnTo>
                <a:lnTo>
                  <a:pt x="4971405" y="194811"/>
                </a:lnTo>
                <a:lnTo>
                  <a:pt x="4934207" y="169256"/>
                </a:lnTo>
                <a:lnTo>
                  <a:pt x="4895185" y="145831"/>
                </a:lnTo>
                <a:lnTo>
                  <a:pt x="4854654" y="124802"/>
                </a:lnTo>
                <a:lnTo>
                  <a:pt x="4812711" y="106265"/>
                </a:lnTo>
                <a:lnTo>
                  <a:pt x="4769454" y="90315"/>
                </a:lnTo>
                <a:lnTo>
                  <a:pt x="4724981" y="77050"/>
                </a:lnTo>
                <a:lnTo>
                  <a:pt x="4679390" y="66565"/>
                </a:lnTo>
                <a:lnTo>
                  <a:pt x="4632777" y="58956"/>
                </a:lnTo>
                <a:lnTo>
                  <a:pt x="4585240" y="54320"/>
                </a:lnTo>
                <a:lnTo>
                  <a:pt x="4536877" y="52754"/>
                </a:lnTo>
                <a:lnTo>
                  <a:pt x="4824181" y="52754"/>
                </a:lnTo>
                <a:lnTo>
                  <a:pt x="4877417" y="75354"/>
                </a:lnTo>
                <a:lnTo>
                  <a:pt x="4920647" y="97534"/>
                </a:lnTo>
                <a:lnTo>
                  <a:pt x="4962331" y="122318"/>
                </a:lnTo>
                <a:lnTo>
                  <a:pt x="5002374" y="149622"/>
                </a:lnTo>
                <a:lnTo>
                  <a:pt x="5040681" y="179364"/>
                </a:lnTo>
                <a:lnTo>
                  <a:pt x="5082226" y="216087"/>
                </a:lnTo>
                <a:lnTo>
                  <a:pt x="5115404" y="250871"/>
                </a:lnTo>
                <a:lnTo>
                  <a:pt x="5152085" y="293652"/>
                </a:lnTo>
                <a:lnTo>
                  <a:pt x="5181347" y="332352"/>
                </a:lnTo>
                <a:lnTo>
                  <a:pt x="5212134" y="379831"/>
                </a:lnTo>
                <a:lnTo>
                  <a:pt x="5240695" y="428423"/>
                </a:lnTo>
                <a:lnTo>
                  <a:pt x="5260870" y="471997"/>
                </a:lnTo>
                <a:lnTo>
                  <a:pt x="5282446" y="526266"/>
                </a:lnTo>
                <a:lnTo>
                  <a:pt x="5296747" y="573291"/>
                </a:lnTo>
                <a:lnTo>
                  <a:pt x="5305731" y="611044"/>
                </a:lnTo>
                <a:lnTo>
                  <a:pt x="5316653" y="668497"/>
                </a:lnTo>
                <a:lnTo>
                  <a:pt x="5321599" y="707568"/>
                </a:lnTo>
                <a:lnTo>
                  <a:pt x="5324567" y="747628"/>
                </a:lnTo>
                <a:lnTo>
                  <a:pt x="5325556" y="788678"/>
                </a:lnTo>
                <a:lnTo>
                  <a:pt x="5325495" y="7917855"/>
                </a:lnTo>
                <a:close/>
              </a:path>
            </a:pathLst>
          </a:custGeom>
          <a:solidFill>
            <a:srgbClr val="FAD3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5055920" y="7223806"/>
            <a:ext cx="1703705" cy="2044700"/>
          </a:xfrm>
          <a:custGeom>
            <a:avLst/>
            <a:gdLst/>
            <a:ahLst/>
            <a:cxnLst/>
            <a:rect l="l" t="t" r="r" b="b"/>
            <a:pathLst>
              <a:path w="1703705" h="2044700">
                <a:moveTo>
                  <a:pt x="1361199" y="647699"/>
                </a:moveTo>
                <a:lnTo>
                  <a:pt x="1344126" y="647699"/>
                </a:lnTo>
                <a:lnTo>
                  <a:pt x="1327989" y="634999"/>
                </a:lnTo>
                <a:lnTo>
                  <a:pt x="1314923" y="622299"/>
                </a:lnTo>
                <a:lnTo>
                  <a:pt x="1307796" y="622299"/>
                </a:lnTo>
                <a:lnTo>
                  <a:pt x="1298366" y="596899"/>
                </a:lnTo>
                <a:lnTo>
                  <a:pt x="1287860" y="571499"/>
                </a:lnTo>
                <a:lnTo>
                  <a:pt x="1277506" y="546099"/>
                </a:lnTo>
                <a:lnTo>
                  <a:pt x="1259231" y="495299"/>
                </a:lnTo>
                <a:lnTo>
                  <a:pt x="1244878" y="457199"/>
                </a:lnTo>
                <a:lnTo>
                  <a:pt x="1228807" y="431799"/>
                </a:lnTo>
                <a:lnTo>
                  <a:pt x="1205382" y="406399"/>
                </a:lnTo>
                <a:lnTo>
                  <a:pt x="1186781" y="380999"/>
                </a:lnTo>
                <a:lnTo>
                  <a:pt x="1166109" y="368299"/>
                </a:lnTo>
                <a:lnTo>
                  <a:pt x="1138925" y="355599"/>
                </a:lnTo>
                <a:lnTo>
                  <a:pt x="1100791" y="342899"/>
                </a:lnTo>
                <a:lnTo>
                  <a:pt x="1053758" y="330199"/>
                </a:lnTo>
                <a:lnTo>
                  <a:pt x="1026060" y="317499"/>
                </a:lnTo>
                <a:lnTo>
                  <a:pt x="1012934" y="292099"/>
                </a:lnTo>
                <a:lnTo>
                  <a:pt x="1009617" y="266699"/>
                </a:lnTo>
                <a:lnTo>
                  <a:pt x="1012420" y="241299"/>
                </a:lnTo>
                <a:lnTo>
                  <a:pt x="1022757" y="228599"/>
                </a:lnTo>
                <a:lnTo>
                  <a:pt x="1043524" y="228599"/>
                </a:lnTo>
                <a:lnTo>
                  <a:pt x="1077614" y="215899"/>
                </a:lnTo>
                <a:lnTo>
                  <a:pt x="1120529" y="215899"/>
                </a:lnTo>
                <a:lnTo>
                  <a:pt x="1159269" y="190499"/>
                </a:lnTo>
                <a:lnTo>
                  <a:pt x="1192771" y="165099"/>
                </a:lnTo>
                <a:lnTo>
                  <a:pt x="1219971" y="139699"/>
                </a:lnTo>
                <a:lnTo>
                  <a:pt x="1239808" y="101599"/>
                </a:lnTo>
                <a:lnTo>
                  <a:pt x="1251217" y="50799"/>
                </a:lnTo>
                <a:lnTo>
                  <a:pt x="1257419" y="25399"/>
                </a:lnTo>
                <a:lnTo>
                  <a:pt x="1267601" y="12699"/>
                </a:lnTo>
                <a:lnTo>
                  <a:pt x="1282299" y="0"/>
                </a:lnTo>
                <a:lnTo>
                  <a:pt x="1346415" y="0"/>
                </a:lnTo>
                <a:lnTo>
                  <a:pt x="1356835" y="25399"/>
                </a:lnTo>
                <a:lnTo>
                  <a:pt x="1370354" y="63499"/>
                </a:lnTo>
                <a:lnTo>
                  <a:pt x="1389152" y="101599"/>
                </a:lnTo>
                <a:lnTo>
                  <a:pt x="1411555" y="152399"/>
                </a:lnTo>
                <a:lnTo>
                  <a:pt x="1470877" y="203199"/>
                </a:lnTo>
                <a:lnTo>
                  <a:pt x="1509649" y="228599"/>
                </a:lnTo>
                <a:lnTo>
                  <a:pt x="1555730" y="241299"/>
                </a:lnTo>
                <a:lnTo>
                  <a:pt x="1610045" y="253999"/>
                </a:lnTo>
                <a:lnTo>
                  <a:pt x="1655455" y="266699"/>
                </a:lnTo>
                <a:lnTo>
                  <a:pt x="1684048" y="266699"/>
                </a:lnTo>
                <a:lnTo>
                  <a:pt x="1698928" y="279399"/>
                </a:lnTo>
                <a:lnTo>
                  <a:pt x="1703199" y="304799"/>
                </a:lnTo>
                <a:lnTo>
                  <a:pt x="1697868" y="330199"/>
                </a:lnTo>
                <a:lnTo>
                  <a:pt x="1680069" y="342899"/>
                </a:lnTo>
                <a:lnTo>
                  <a:pt x="1647093" y="355599"/>
                </a:lnTo>
                <a:lnTo>
                  <a:pt x="1596228" y="355599"/>
                </a:lnTo>
                <a:lnTo>
                  <a:pt x="1535918" y="368299"/>
                </a:lnTo>
                <a:lnTo>
                  <a:pt x="1490290" y="380999"/>
                </a:lnTo>
                <a:lnTo>
                  <a:pt x="1457813" y="406399"/>
                </a:lnTo>
                <a:lnTo>
                  <a:pt x="1436961" y="431799"/>
                </a:lnTo>
                <a:lnTo>
                  <a:pt x="1429772" y="457199"/>
                </a:lnTo>
                <a:lnTo>
                  <a:pt x="1421419" y="482599"/>
                </a:lnTo>
                <a:lnTo>
                  <a:pt x="1412939" y="507999"/>
                </a:lnTo>
                <a:lnTo>
                  <a:pt x="1405367" y="546099"/>
                </a:lnTo>
                <a:lnTo>
                  <a:pt x="1398056" y="584199"/>
                </a:lnTo>
                <a:lnTo>
                  <a:pt x="1390285" y="609599"/>
                </a:lnTo>
                <a:lnTo>
                  <a:pt x="1382982" y="622299"/>
                </a:lnTo>
                <a:lnTo>
                  <a:pt x="1377074" y="634999"/>
                </a:lnTo>
                <a:lnTo>
                  <a:pt x="1361199" y="647699"/>
                </a:lnTo>
                <a:close/>
              </a:path>
              <a:path w="1703705" h="2044700">
                <a:moveTo>
                  <a:pt x="695939" y="1536699"/>
                </a:moveTo>
                <a:lnTo>
                  <a:pt x="658671" y="1536699"/>
                </a:lnTo>
                <a:lnTo>
                  <a:pt x="652707" y="1523999"/>
                </a:lnTo>
                <a:lnTo>
                  <a:pt x="647806" y="1511299"/>
                </a:lnTo>
                <a:lnTo>
                  <a:pt x="644635" y="1511299"/>
                </a:lnTo>
                <a:lnTo>
                  <a:pt x="629867" y="1447799"/>
                </a:lnTo>
                <a:lnTo>
                  <a:pt x="613720" y="1384299"/>
                </a:lnTo>
                <a:lnTo>
                  <a:pt x="596320" y="1320799"/>
                </a:lnTo>
                <a:lnTo>
                  <a:pt x="577793" y="1269999"/>
                </a:lnTo>
                <a:lnTo>
                  <a:pt x="558263" y="1206499"/>
                </a:lnTo>
                <a:lnTo>
                  <a:pt x="537858" y="1168399"/>
                </a:lnTo>
                <a:lnTo>
                  <a:pt x="516703" y="1117599"/>
                </a:lnTo>
                <a:lnTo>
                  <a:pt x="494923" y="1079499"/>
                </a:lnTo>
                <a:lnTo>
                  <a:pt x="472645" y="1041399"/>
                </a:lnTo>
                <a:lnTo>
                  <a:pt x="449994" y="1003299"/>
                </a:lnTo>
                <a:lnTo>
                  <a:pt x="404076" y="952499"/>
                </a:lnTo>
                <a:lnTo>
                  <a:pt x="381061" y="939799"/>
                </a:lnTo>
                <a:lnTo>
                  <a:pt x="360877" y="927099"/>
                </a:lnTo>
                <a:lnTo>
                  <a:pt x="314548" y="901699"/>
                </a:lnTo>
                <a:lnTo>
                  <a:pt x="294107" y="901699"/>
                </a:lnTo>
                <a:lnTo>
                  <a:pt x="198155" y="876299"/>
                </a:lnTo>
                <a:lnTo>
                  <a:pt x="141676" y="863599"/>
                </a:lnTo>
                <a:lnTo>
                  <a:pt x="111988" y="850899"/>
                </a:lnTo>
                <a:lnTo>
                  <a:pt x="96408" y="825499"/>
                </a:lnTo>
                <a:lnTo>
                  <a:pt x="79983" y="800099"/>
                </a:lnTo>
                <a:lnTo>
                  <a:pt x="80579" y="774699"/>
                </a:lnTo>
                <a:lnTo>
                  <a:pt x="100604" y="761999"/>
                </a:lnTo>
                <a:lnTo>
                  <a:pt x="142464" y="736599"/>
                </a:lnTo>
                <a:lnTo>
                  <a:pt x="208568" y="711199"/>
                </a:lnTo>
                <a:lnTo>
                  <a:pt x="270657" y="685799"/>
                </a:lnTo>
                <a:lnTo>
                  <a:pt x="324801" y="660399"/>
                </a:lnTo>
                <a:lnTo>
                  <a:pt x="372104" y="634999"/>
                </a:lnTo>
                <a:lnTo>
                  <a:pt x="413672" y="609599"/>
                </a:lnTo>
                <a:lnTo>
                  <a:pt x="450611" y="584199"/>
                </a:lnTo>
                <a:lnTo>
                  <a:pt x="484025" y="558799"/>
                </a:lnTo>
                <a:lnTo>
                  <a:pt x="514203" y="520699"/>
                </a:lnTo>
                <a:lnTo>
                  <a:pt x="541899" y="482599"/>
                </a:lnTo>
                <a:lnTo>
                  <a:pt x="566793" y="444499"/>
                </a:lnTo>
                <a:lnTo>
                  <a:pt x="588562" y="406399"/>
                </a:lnTo>
                <a:lnTo>
                  <a:pt x="606885" y="355599"/>
                </a:lnTo>
                <a:lnTo>
                  <a:pt x="621439" y="304799"/>
                </a:lnTo>
                <a:lnTo>
                  <a:pt x="631904" y="253999"/>
                </a:lnTo>
                <a:lnTo>
                  <a:pt x="641762" y="215899"/>
                </a:lnTo>
                <a:lnTo>
                  <a:pt x="656743" y="190499"/>
                </a:lnTo>
                <a:lnTo>
                  <a:pt x="675933" y="165099"/>
                </a:lnTo>
                <a:lnTo>
                  <a:pt x="716349" y="165099"/>
                </a:lnTo>
                <a:lnTo>
                  <a:pt x="728349" y="177799"/>
                </a:lnTo>
                <a:lnTo>
                  <a:pt x="736228" y="203199"/>
                </a:lnTo>
                <a:lnTo>
                  <a:pt x="741799" y="241299"/>
                </a:lnTo>
                <a:lnTo>
                  <a:pt x="749817" y="304799"/>
                </a:lnTo>
                <a:lnTo>
                  <a:pt x="760635" y="368299"/>
                </a:lnTo>
                <a:lnTo>
                  <a:pt x="775185" y="406399"/>
                </a:lnTo>
                <a:lnTo>
                  <a:pt x="794397" y="457199"/>
                </a:lnTo>
                <a:lnTo>
                  <a:pt x="819205" y="495299"/>
                </a:lnTo>
                <a:lnTo>
                  <a:pt x="850539" y="546099"/>
                </a:lnTo>
                <a:lnTo>
                  <a:pt x="908774" y="596899"/>
                </a:lnTo>
                <a:lnTo>
                  <a:pt x="944206" y="622299"/>
                </a:lnTo>
                <a:lnTo>
                  <a:pt x="987385" y="647699"/>
                </a:lnTo>
                <a:lnTo>
                  <a:pt x="1040967" y="673099"/>
                </a:lnTo>
                <a:lnTo>
                  <a:pt x="1107606" y="698499"/>
                </a:lnTo>
                <a:lnTo>
                  <a:pt x="1158345" y="723899"/>
                </a:lnTo>
                <a:lnTo>
                  <a:pt x="1203428" y="736599"/>
                </a:lnTo>
                <a:lnTo>
                  <a:pt x="1275907" y="774699"/>
                </a:lnTo>
                <a:lnTo>
                  <a:pt x="1286328" y="812799"/>
                </a:lnTo>
                <a:lnTo>
                  <a:pt x="1277364" y="838199"/>
                </a:lnTo>
                <a:lnTo>
                  <a:pt x="1267717" y="850899"/>
                </a:lnTo>
                <a:lnTo>
                  <a:pt x="1098979" y="850899"/>
                </a:lnTo>
                <a:lnTo>
                  <a:pt x="1065212" y="876299"/>
                </a:lnTo>
                <a:lnTo>
                  <a:pt x="1023786" y="901699"/>
                </a:lnTo>
                <a:lnTo>
                  <a:pt x="984711" y="927099"/>
                </a:lnTo>
                <a:lnTo>
                  <a:pt x="948481" y="965199"/>
                </a:lnTo>
                <a:lnTo>
                  <a:pt x="915591" y="1003299"/>
                </a:lnTo>
                <a:lnTo>
                  <a:pt x="886536" y="1041399"/>
                </a:lnTo>
                <a:lnTo>
                  <a:pt x="861810" y="1079499"/>
                </a:lnTo>
                <a:lnTo>
                  <a:pt x="841614" y="1130299"/>
                </a:lnTo>
                <a:lnTo>
                  <a:pt x="820785" y="1181099"/>
                </a:lnTo>
                <a:lnTo>
                  <a:pt x="800475" y="1244599"/>
                </a:lnTo>
                <a:lnTo>
                  <a:pt x="781839" y="1295399"/>
                </a:lnTo>
                <a:lnTo>
                  <a:pt x="766029" y="1346199"/>
                </a:lnTo>
                <a:lnTo>
                  <a:pt x="754200" y="1396999"/>
                </a:lnTo>
                <a:lnTo>
                  <a:pt x="747505" y="1435099"/>
                </a:lnTo>
                <a:lnTo>
                  <a:pt x="736990" y="1485899"/>
                </a:lnTo>
                <a:lnTo>
                  <a:pt x="719864" y="1511299"/>
                </a:lnTo>
                <a:lnTo>
                  <a:pt x="695939" y="1536699"/>
                </a:lnTo>
                <a:close/>
              </a:path>
              <a:path w="1703705" h="2044700">
                <a:moveTo>
                  <a:pt x="1106719" y="2044699"/>
                </a:moveTo>
                <a:lnTo>
                  <a:pt x="1085570" y="2044699"/>
                </a:lnTo>
                <a:lnTo>
                  <a:pt x="1064610" y="2031999"/>
                </a:lnTo>
                <a:lnTo>
                  <a:pt x="1036363" y="1981199"/>
                </a:lnTo>
                <a:lnTo>
                  <a:pt x="1032809" y="1930399"/>
                </a:lnTo>
                <a:lnTo>
                  <a:pt x="1030154" y="1854199"/>
                </a:lnTo>
                <a:lnTo>
                  <a:pt x="1027849" y="1803399"/>
                </a:lnTo>
                <a:lnTo>
                  <a:pt x="1024616" y="1752599"/>
                </a:lnTo>
                <a:lnTo>
                  <a:pt x="1020887" y="1701799"/>
                </a:lnTo>
                <a:lnTo>
                  <a:pt x="1003872" y="1638299"/>
                </a:lnTo>
                <a:lnTo>
                  <a:pt x="981699" y="1600199"/>
                </a:lnTo>
                <a:lnTo>
                  <a:pt x="950722" y="1574799"/>
                </a:lnTo>
                <a:lnTo>
                  <a:pt x="911086" y="1549399"/>
                </a:lnTo>
                <a:lnTo>
                  <a:pt x="876831" y="1536699"/>
                </a:lnTo>
                <a:lnTo>
                  <a:pt x="855064" y="1523999"/>
                </a:lnTo>
                <a:lnTo>
                  <a:pt x="846076" y="1498599"/>
                </a:lnTo>
                <a:lnTo>
                  <a:pt x="850161" y="1473199"/>
                </a:lnTo>
                <a:lnTo>
                  <a:pt x="856388" y="1460499"/>
                </a:lnTo>
                <a:lnTo>
                  <a:pt x="875512" y="1460499"/>
                </a:lnTo>
                <a:lnTo>
                  <a:pt x="891258" y="1447799"/>
                </a:lnTo>
                <a:lnTo>
                  <a:pt x="924662" y="1447799"/>
                </a:lnTo>
                <a:lnTo>
                  <a:pt x="957383" y="1435099"/>
                </a:lnTo>
                <a:lnTo>
                  <a:pt x="989116" y="1409699"/>
                </a:lnTo>
                <a:lnTo>
                  <a:pt x="1019558" y="1384299"/>
                </a:lnTo>
                <a:lnTo>
                  <a:pt x="1048405" y="1346199"/>
                </a:lnTo>
                <a:lnTo>
                  <a:pt x="1075353" y="1308099"/>
                </a:lnTo>
                <a:lnTo>
                  <a:pt x="1100099" y="1257299"/>
                </a:lnTo>
                <a:lnTo>
                  <a:pt x="1122339" y="1206499"/>
                </a:lnTo>
                <a:lnTo>
                  <a:pt x="1141769" y="1142999"/>
                </a:lnTo>
                <a:lnTo>
                  <a:pt x="1158085" y="1079499"/>
                </a:lnTo>
                <a:lnTo>
                  <a:pt x="1167838" y="1028699"/>
                </a:lnTo>
                <a:lnTo>
                  <a:pt x="1176469" y="990599"/>
                </a:lnTo>
                <a:lnTo>
                  <a:pt x="1183040" y="965199"/>
                </a:lnTo>
                <a:lnTo>
                  <a:pt x="1186613" y="952499"/>
                </a:lnTo>
                <a:lnTo>
                  <a:pt x="1217855" y="952499"/>
                </a:lnTo>
                <a:lnTo>
                  <a:pt x="1222677" y="939799"/>
                </a:lnTo>
                <a:lnTo>
                  <a:pt x="1231835" y="939799"/>
                </a:lnTo>
                <a:lnTo>
                  <a:pt x="1253189" y="952499"/>
                </a:lnTo>
                <a:lnTo>
                  <a:pt x="1269153" y="965199"/>
                </a:lnTo>
                <a:lnTo>
                  <a:pt x="1278030" y="977899"/>
                </a:lnTo>
                <a:lnTo>
                  <a:pt x="1278119" y="1003299"/>
                </a:lnTo>
                <a:lnTo>
                  <a:pt x="1276028" y="1028699"/>
                </a:lnTo>
                <a:lnTo>
                  <a:pt x="1274273" y="1066799"/>
                </a:lnTo>
                <a:lnTo>
                  <a:pt x="1273037" y="1117599"/>
                </a:lnTo>
                <a:lnTo>
                  <a:pt x="1272507" y="1168399"/>
                </a:lnTo>
                <a:lnTo>
                  <a:pt x="1273685" y="1244599"/>
                </a:lnTo>
                <a:lnTo>
                  <a:pt x="1278599" y="1308099"/>
                </a:lnTo>
                <a:lnTo>
                  <a:pt x="1288792" y="1346199"/>
                </a:lnTo>
                <a:lnTo>
                  <a:pt x="1305805" y="1384299"/>
                </a:lnTo>
                <a:lnTo>
                  <a:pt x="1366464" y="1435099"/>
                </a:lnTo>
                <a:lnTo>
                  <a:pt x="1460711" y="1485899"/>
                </a:lnTo>
                <a:lnTo>
                  <a:pt x="1490408" y="1498599"/>
                </a:lnTo>
                <a:lnTo>
                  <a:pt x="1505712" y="1523999"/>
                </a:lnTo>
                <a:lnTo>
                  <a:pt x="1510052" y="1536699"/>
                </a:lnTo>
                <a:lnTo>
                  <a:pt x="1504527" y="1562099"/>
                </a:lnTo>
                <a:lnTo>
                  <a:pt x="1486710" y="1574799"/>
                </a:lnTo>
                <a:lnTo>
                  <a:pt x="1454741" y="1587499"/>
                </a:lnTo>
                <a:lnTo>
                  <a:pt x="1406757" y="1612899"/>
                </a:lnTo>
                <a:lnTo>
                  <a:pt x="1362511" y="1625599"/>
                </a:lnTo>
                <a:lnTo>
                  <a:pt x="1324286" y="1638299"/>
                </a:lnTo>
                <a:lnTo>
                  <a:pt x="1262912" y="1676399"/>
                </a:lnTo>
                <a:lnTo>
                  <a:pt x="1238269" y="1714499"/>
                </a:lnTo>
                <a:lnTo>
                  <a:pt x="1216660" y="1739899"/>
                </a:lnTo>
                <a:lnTo>
                  <a:pt x="1197336" y="1790699"/>
                </a:lnTo>
                <a:lnTo>
                  <a:pt x="1179552" y="1841499"/>
                </a:lnTo>
                <a:lnTo>
                  <a:pt x="1162559" y="1892299"/>
                </a:lnTo>
                <a:lnTo>
                  <a:pt x="1145612" y="1968499"/>
                </a:lnTo>
                <a:lnTo>
                  <a:pt x="1140278" y="1981199"/>
                </a:lnTo>
                <a:lnTo>
                  <a:pt x="1134316" y="2006599"/>
                </a:lnTo>
                <a:lnTo>
                  <a:pt x="1128456" y="2019299"/>
                </a:lnTo>
                <a:lnTo>
                  <a:pt x="1123426" y="2031999"/>
                </a:lnTo>
                <a:lnTo>
                  <a:pt x="1106719" y="2044699"/>
                </a:lnTo>
                <a:close/>
              </a:path>
              <a:path w="1703705" h="2044700">
                <a:moveTo>
                  <a:pt x="364696" y="1358899"/>
                </a:moveTo>
                <a:lnTo>
                  <a:pt x="40086" y="1358899"/>
                </a:lnTo>
                <a:lnTo>
                  <a:pt x="18066" y="1346199"/>
                </a:lnTo>
                <a:lnTo>
                  <a:pt x="4579" y="1333499"/>
                </a:lnTo>
                <a:lnTo>
                  <a:pt x="0" y="1308099"/>
                </a:lnTo>
                <a:lnTo>
                  <a:pt x="4552" y="1282699"/>
                </a:lnTo>
                <a:lnTo>
                  <a:pt x="17883" y="1269999"/>
                </a:lnTo>
                <a:lnTo>
                  <a:pt x="39502" y="1257299"/>
                </a:lnTo>
                <a:lnTo>
                  <a:pt x="95656" y="1257299"/>
                </a:lnTo>
                <a:lnTo>
                  <a:pt x="122373" y="1231899"/>
                </a:lnTo>
                <a:lnTo>
                  <a:pt x="145804" y="1193799"/>
                </a:lnTo>
                <a:lnTo>
                  <a:pt x="162685" y="1155699"/>
                </a:lnTo>
                <a:lnTo>
                  <a:pt x="169896" y="1130299"/>
                </a:lnTo>
                <a:lnTo>
                  <a:pt x="178381" y="1117599"/>
                </a:lnTo>
                <a:lnTo>
                  <a:pt x="187819" y="1104899"/>
                </a:lnTo>
                <a:lnTo>
                  <a:pt x="197886" y="1092199"/>
                </a:lnTo>
                <a:lnTo>
                  <a:pt x="241435" y="1092199"/>
                </a:lnTo>
                <a:lnTo>
                  <a:pt x="262642" y="1130299"/>
                </a:lnTo>
                <a:lnTo>
                  <a:pt x="264096" y="1181099"/>
                </a:lnTo>
                <a:lnTo>
                  <a:pt x="265588" y="1193799"/>
                </a:lnTo>
                <a:lnTo>
                  <a:pt x="267760" y="1206499"/>
                </a:lnTo>
                <a:lnTo>
                  <a:pt x="270388" y="1219199"/>
                </a:lnTo>
                <a:lnTo>
                  <a:pt x="276952" y="1219199"/>
                </a:lnTo>
                <a:lnTo>
                  <a:pt x="289838" y="1231899"/>
                </a:lnTo>
                <a:lnTo>
                  <a:pt x="307180" y="1231899"/>
                </a:lnTo>
                <a:lnTo>
                  <a:pt x="327115" y="1244599"/>
                </a:lnTo>
                <a:lnTo>
                  <a:pt x="360823" y="1269999"/>
                </a:lnTo>
                <a:lnTo>
                  <a:pt x="380223" y="1282699"/>
                </a:lnTo>
                <a:lnTo>
                  <a:pt x="385996" y="1308099"/>
                </a:lnTo>
                <a:lnTo>
                  <a:pt x="378822" y="1333499"/>
                </a:lnTo>
                <a:lnTo>
                  <a:pt x="372451" y="1346199"/>
                </a:lnTo>
                <a:lnTo>
                  <a:pt x="364696" y="1358899"/>
                </a:lnTo>
                <a:close/>
              </a:path>
              <a:path w="1703705" h="2044700">
                <a:moveTo>
                  <a:pt x="220709" y="1523999"/>
                </a:moveTo>
                <a:lnTo>
                  <a:pt x="180541" y="1523999"/>
                </a:lnTo>
                <a:lnTo>
                  <a:pt x="164760" y="1511299"/>
                </a:lnTo>
                <a:lnTo>
                  <a:pt x="159006" y="1498599"/>
                </a:lnTo>
                <a:lnTo>
                  <a:pt x="153358" y="1485899"/>
                </a:lnTo>
                <a:lnTo>
                  <a:pt x="148466" y="1473199"/>
                </a:lnTo>
                <a:lnTo>
                  <a:pt x="144979" y="1460499"/>
                </a:lnTo>
                <a:lnTo>
                  <a:pt x="140864" y="1447799"/>
                </a:lnTo>
                <a:lnTo>
                  <a:pt x="134268" y="1435099"/>
                </a:lnTo>
                <a:lnTo>
                  <a:pt x="126101" y="1409699"/>
                </a:lnTo>
                <a:lnTo>
                  <a:pt x="117275" y="1396999"/>
                </a:lnTo>
                <a:lnTo>
                  <a:pt x="105476" y="1371599"/>
                </a:lnTo>
                <a:lnTo>
                  <a:pt x="95021" y="1358899"/>
                </a:lnTo>
                <a:lnTo>
                  <a:pt x="317821" y="1358899"/>
                </a:lnTo>
                <a:lnTo>
                  <a:pt x="307334" y="1371599"/>
                </a:lnTo>
                <a:lnTo>
                  <a:pt x="287021" y="1384299"/>
                </a:lnTo>
                <a:lnTo>
                  <a:pt x="270767" y="1409699"/>
                </a:lnTo>
                <a:lnTo>
                  <a:pt x="258413" y="1435099"/>
                </a:lnTo>
                <a:lnTo>
                  <a:pt x="249805" y="1460499"/>
                </a:lnTo>
                <a:lnTo>
                  <a:pt x="246676" y="1485899"/>
                </a:lnTo>
                <a:lnTo>
                  <a:pt x="242807" y="1498599"/>
                </a:lnTo>
                <a:lnTo>
                  <a:pt x="238687" y="1511299"/>
                </a:lnTo>
                <a:lnTo>
                  <a:pt x="234810" y="1511299"/>
                </a:lnTo>
                <a:lnTo>
                  <a:pt x="220709" y="1523999"/>
                </a:lnTo>
                <a:close/>
              </a:path>
            </a:pathLst>
          </a:custGeom>
          <a:solidFill>
            <a:srgbClr val="FFAB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44361" y="1228489"/>
            <a:ext cx="10561955" cy="42246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150" b="0" i="1">
                <a:solidFill>
                  <a:srgbClr val="8F6552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77960" y="2476811"/>
            <a:ext cx="9015730" cy="2378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0" i="0" spc="-570" dirty="0">
                <a:latin typeface="Cambria"/>
                <a:cs typeface="Cambria"/>
              </a:rPr>
              <a:t>Presentation</a:t>
            </a:r>
            <a:endParaRPr sz="15000">
              <a:latin typeface="Cambria"/>
              <a:cs typeface="Cambr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60220" marR="5080" indent="-1748155">
              <a:lnSpc>
                <a:spcPct val="116799"/>
              </a:lnSpc>
              <a:spcBef>
                <a:spcPts val="90"/>
              </a:spcBef>
              <a:tabLst>
                <a:tab pos="1614805" algn="l"/>
              </a:tabLst>
            </a:pPr>
            <a:r>
              <a:rPr sz="6850" spc="-25" dirty="0">
                <a:solidFill>
                  <a:srgbClr val="8F6552"/>
                </a:solidFill>
                <a:latin typeface="Cambria"/>
                <a:cs typeface="Cambria"/>
              </a:rPr>
              <a:t>On</a:t>
            </a:r>
            <a:r>
              <a:rPr sz="6850" dirty="0">
                <a:solidFill>
                  <a:srgbClr val="8F6552"/>
                </a:solidFill>
                <a:latin typeface="Cambria"/>
                <a:cs typeface="Cambria"/>
              </a:rPr>
              <a:t>	</a:t>
            </a:r>
            <a:r>
              <a:rPr sz="6850" spc="-40" dirty="0">
                <a:solidFill>
                  <a:srgbClr val="8F6552"/>
                </a:solidFill>
                <a:latin typeface="Cambria"/>
                <a:cs typeface="Cambria"/>
              </a:rPr>
              <a:t>Formal</a:t>
            </a:r>
            <a:r>
              <a:rPr sz="6850" spc="135" dirty="0">
                <a:solidFill>
                  <a:srgbClr val="8F6552"/>
                </a:solidFill>
                <a:latin typeface="Cambria"/>
                <a:cs typeface="Cambria"/>
              </a:rPr>
              <a:t> </a:t>
            </a:r>
            <a:r>
              <a:rPr sz="6850" dirty="0">
                <a:solidFill>
                  <a:srgbClr val="8F6552"/>
                </a:solidFill>
                <a:latin typeface="Cambria"/>
                <a:cs typeface="Cambria"/>
              </a:rPr>
              <a:t>Vs</a:t>
            </a:r>
            <a:r>
              <a:rPr sz="6850" spc="130" dirty="0">
                <a:solidFill>
                  <a:srgbClr val="8F6552"/>
                </a:solidFill>
                <a:latin typeface="Cambria"/>
                <a:cs typeface="Cambria"/>
              </a:rPr>
              <a:t> </a:t>
            </a:r>
            <a:r>
              <a:rPr sz="6850" spc="50" dirty="0">
                <a:solidFill>
                  <a:srgbClr val="8F6552"/>
                </a:solidFill>
                <a:latin typeface="Cambria"/>
                <a:cs typeface="Cambria"/>
              </a:rPr>
              <a:t>Informal </a:t>
            </a:r>
            <a:r>
              <a:rPr sz="6850" spc="-330" dirty="0">
                <a:solidFill>
                  <a:srgbClr val="8F6552"/>
                </a:solidFill>
                <a:latin typeface="Cambria"/>
                <a:cs typeface="Cambria"/>
              </a:rPr>
              <a:t>Communication</a:t>
            </a:r>
            <a:endParaRPr sz="6850">
              <a:latin typeface="Cambria"/>
              <a:cs typeface="Camb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" y="-1"/>
            <a:ext cx="18288002" cy="10287001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105315" y="918003"/>
            <a:ext cx="3122295" cy="17545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350" i="0" spc="-35" dirty="0">
                <a:latin typeface="Cambria"/>
                <a:cs typeface="Cambria"/>
              </a:rPr>
              <a:t>Intro</a:t>
            </a:r>
            <a:endParaRPr sz="1135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1313" y="2419834"/>
            <a:ext cx="18046700" cy="41675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1270" algn="ctr">
              <a:lnSpc>
                <a:spcPct val="115599"/>
              </a:lnSpc>
              <a:spcBef>
                <a:spcPts val="100"/>
              </a:spcBef>
            </a:pPr>
            <a:r>
              <a:rPr sz="4700" dirty="0">
                <a:solidFill>
                  <a:srgbClr val="8F6552"/>
                </a:solidFill>
                <a:latin typeface="Comic Sans MS"/>
                <a:cs typeface="Comic Sans MS"/>
              </a:rPr>
              <a:t>Communication</a:t>
            </a:r>
            <a:r>
              <a:rPr sz="4700" spc="-35" dirty="0">
                <a:solidFill>
                  <a:srgbClr val="8F6552"/>
                </a:solidFill>
                <a:latin typeface="Comic Sans MS"/>
                <a:cs typeface="Comic Sans MS"/>
              </a:rPr>
              <a:t> </a:t>
            </a:r>
            <a:r>
              <a:rPr sz="4700" dirty="0">
                <a:solidFill>
                  <a:srgbClr val="8F6552"/>
                </a:solidFill>
                <a:latin typeface="Comic Sans MS"/>
                <a:cs typeface="Comic Sans MS"/>
              </a:rPr>
              <a:t>is</a:t>
            </a:r>
            <a:r>
              <a:rPr sz="4700" spc="-35" dirty="0">
                <a:solidFill>
                  <a:srgbClr val="8F6552"/>
                </a:solidFill>
                <a:latin typeface="Comic Sans MS"/>
                <a:cs typeface="Comic Sans MS"/>
              </a:rPr>
              <a:t> </a:t>
            </a:r>
            <a:r>
              <a:rPr sz="4700" dirty="0">
                <a:solidFill>
                  <a:srgbClr val="8F6552"/>
                </a:solidFill>
                <a:latin typeface="Comic Sans MS"/>
                <a:cs typeface="Comic Sans MS"/>
              </a:rPr>
              <a:t>how</a:t>
            </a:r>
            <a:r>
              <a:rPr sz="4700" spc="-35" dirty="0">
                <a:solidFill>
                  <a:srgbClr val="8F6552"/>
                </a:solidFill>
                <a:latin typeface="Comic Sans MS"/>
                <a:cs typeface="Comic Sans MS"/>
              </a:rPr>
              <a:t> </a:t>
            </a:r>
            <a:r>
              <a:rPr sz="4700" dirty="0">
                <a:solidFill>
                  <a:srgbClr val="8F6552"/>
                </a:solidFill>
                <a:latin typeface="Comic Sans MS"/>
                <a:cs typeface="Comic Sans MS"/>
              </a:rPr>
              <a:t>we</a:t>
            </a:r>
            <a:r>
              <a:rPr sz="4700" spc="-35" dirty="0">
                <a:solidFill>
                  <a:srgbClr val="8F6552"/>
                </a:solidFill>
                <a:latin typeface="Comic Sans MS"/>
                <a:cs typeface="Comic Sans MS"/>
              </a:rPr>
              <a:t> </a:t>
            </a:r>
            <a:r>
              <a:rPr sz="4700" dirty="0">
                <a:solidFill>
                  <a:srgbClr val="8F6552"/>
                </a:solidFill>
                <a:latin typeface="Comic Sans MS"/>
                <a:cs typeface="Comic Sans MS"/>
              </a:rPr>
              <a:t>share</a:t>
            </a:r>
            <a:r>
              <a:rPr sz="4700" spc="-35" dirty="0">
                <a:solidFill>
                  <a:srgbClr val="8F6552"/>
                </a:solidFill>
                <a:latin typeface="Comic Sans MS"/>
                <a:cs typeface="Comic Sans MS"/>
              </a:rPr>
              <a:t> </a:t>
            </a:r>
            <a:r>
              <a:rPr sz="4700" dirty="0">
                <a:solidFill>
                  <a:srgbClr val="8F6552"/>
                </a:solidFill>
                <a:latin typeface="Comic Sans MS"/>
                <a:cs typeface="Comic Sans MS"/>
              </a:rPr>
              <a:t>ideas,</a:t>
            </a:r>
            <a:r>
              <a:rPr sz="4700" spc="-35" dirty="0">
                <a:solidFill>
                  <a:srgbClr val="8F6552"/>
                </a:solidFill>
                <a:latin typeface="Comic Sans MS"/>
                <a:cs typeface="Comic Sans MS"/>
              </a:rPr>
              <a:t> </a:t>
            </a:r>
            <a:r>
              <a:rPr sz="4700" dirty="0">
                <a:solidFill>
                  <a:srgbClr val="8F6552"/>
                </a:solidFill>
                <a:latin typeface="Comic Sans MS"/>
                <a:cs typeface="Comic Sans MS"/>
              </a:rPr>
              <a:t>thoughts,</a:t>
            </a:r>
            <a:r>
              <a:rPr sz="4700" spc="-35" dirty="0">
                <a:solidFill>
                  <a:srgbClr val="8F6552"/>
                </a:solidFill>
                <a:latin typeface="Comic Sans MS"/>
                <a:cs typeface="Comic Sans MS"/>
              </a:rPr>
              <a:t> </a:t>
            </a:r>
            <a:r>
              <a:rPr sz="4700" dirty="0">
                <a:solidFill>
                  <a:srgbClr val="8F6552"/>
                </a:solidFill>
                <a:latin typeface="Comic Sans MS"/>
                <a:cs typeface="Comic Sans MS"/>
              </a:rPr>
              <a:t>and</a:t>
            </a:r>
            <a:r>
              <a:rPr sz="4700" spc="-35" dirty="0">
                <a:solidFill>
                  <a:srgbClr val="8F6552"/>
                </a:solidFill>
                <a:latin typeface="Comic Sans MS"/>
                <a:cs typeface="Comic Sans MS"/>
              </a:rPr>
              <a:t> </a:t>
            </a:r>
            <a:r>
              <a:rPr sz="4700" spc="-10" dirty="0">
                <a:solidFill>
                  <a:srgbClr val="8F6552"/>
                </a:solidFill>
                <a:latin typeface="Comic Sans MS"/>
                <a:cs typeface="Comic Sans MS"/>
              </a:rPr>
              <a:t>information </a:t>
            </a:r>
            <a:r>
              <a:rPr sz="4700" dirty="0">
                <a:solidFill>
                  <a:srgbClr val="8F6552"/>
                </a:solidFill>
                <a:latin typeface="Comic Sans MS"/>
                <a:cs typeface="Comic Sans MS"/>
              </a:rPr>
              <a:t>People</a:t>
            </a:r>
            <a:r>
              <a:rPr sz="4700" spc="-30" dirty="0">
                <a:solidFill>
                  <a:srgbClr val="8F6552"/>
                </a:solidFill>
                <a:latin typeface="Comic Sans MS"/>
                <a:cs typeface="Comic Sans MS"/>
              </a:rPr>
              <a:t> </a:t>
            </a:r>
            <a:r>
              <a:rPr sz="4700" dirty="0">
                <a:solidFill>
                  <a:srgbClr val="8F6552"/>
                </a:solidFill>
                <a:latin typeface="Comic Sans MS"/>
                <a:cs typeface="Comic Sans MS"/>
              </a:rPr>
              <a:t>communicate</a:t>
            </a:r>
            <a:r>
              <a:rPr sz="4700" spc="-30" dirty="0">
                <a:solidFill>
                  <a:srgbClr val="8F6552"/>
                </a:solidFill>
                <a:latin typeface="Comic Sans MS"/>
                <a:cs typeface="Comic Sans MS"/>
              </a:rPr>
              <a:t> </a:t>
            </a:r>
            <a:r>
              <a:rPr sz="4700" dirty="0">
                <a:solidFill>
                  <a:srgbClr val="8F6552"/>
                </a:solidFill>
                <a:latin typeface="Comic Sans MS"/>
                <a:cs typeface="Comic Sans MS"/>
              </a:rPr>
              <a:t>in</a:t>
            </a:r>
            <a:r>
              <a:rPr sz="4700" spc="-30" dirty="0">
                <a:solidFill>
                  <a:srgbClr val="8F6552"/>
                </a:solidFill>
                <a:latin typeface="Comic Sans MS"/>
                <a:cs typeface="Comic Sans MS"/>
              </a:rPr>
              <a:t> </a:t>
            </a:r>
            <a:r>
              <a:rPr sz="4700" dirty="0">
                <a:solidFill>
                  <a:srgbClr val="8F6552"/>
                </a:solidFill>
                <a:latin typeface="Comic Sans MS"/>
                <a:cs typeface="Comic Sans MS"/>
              </a:rPr>
              <a:t>different</a:t>
            </a:r>
            <a:r>
              <a:rPr sz="4700" spc="-30" dirty="0">
                <a:solidFill>
                  <a:srgbClr val="8F6552"/>
                </a:solidFill>
                <a:latin typeface="Comic Sans MS"/>
                <a:cs typeface="Comic Sans MS"/>
              </a:rPr>
              <a:t> </a:t>
            </a:r>
            <a:r>
              <a:rPr sz="4700" dirty="0">
                <a:solidFill>
                  <a:srgbClr val="8F6552"/>
                </a:solidFill>
                <a:latin typeface="Comic Sans MS"/>
                <a:cs typeface="Comic Sans MS"/>
              </a:rPr>
              <a:t>ways</a:t>
            </a:r>
            <a:r>
              <a:rPr sz="4700" spc="-30" dirty="0">
                <a:solidFill>
                  <a:srgbClr val="8F6552"/>
                </a:solidFill>
                <a:latin typeface="Comic Sans MS"/>
                <a:cs typeface="Comic Sans MS"/>
              </a:rPr>
              <a:t> </a:t>
            </a:r>
            <a:r>
              <a:rPr sz="4700" dirty="0">
                <a:solidFill>
                  <a:srgbClr val="8F6552"/>
                </a:solidFill>
                <a:latin typeface="Comic Sans MS"/>
                <a:cs typeface="Comic Sans MS"/>
              </a:rPr>
              <a:t>depending</a:t>
            </a:r>
            <a:r>
              <a:rPr sz="4700" spc="-30" dirty="0">
                <a:solidFill>
                  <a:srgbClr val="8F6552"/>
                </a:solidFill>
                <a:latin typeface="Comic Sans MS"/>
                <a:cs typeface="Comic Sans MS"/>
              </a:rPr>
              <a:t> </a:t>
            </a:r>
            <a:r>
              <a:rPr sz="4700" dirty="0">
                <a:solidFill>
                  <a:srgbClr val="8F6552"/>
                </a:solidFill>
                <a:latin typeface="Comic Sans MS"/>
                <a:cs typeface="Comic Sans MS"/>
              </a:rPr>
              <a:t>on</a:t>
            </a:r>
            <a:r>
              <a:rPr sz="4700" spc="-30" dirty="0">
                <a:solidFill>
                  <a:srgbClr val="8F6552"/>
                </a:solidFill>
                <a:latin typeface="Comic Sans MS"/>
                <a:cs typeface="Comic Sans MS"/>
              </a:rPr>
              <a:t> </a:t>
            </a:r>
            <a:r>
              <a:rPr sz="4700" dirty="0">
                <a:solidFill>
                  <a:srgbClr val="8F6552"/>
                </a:solidFill>
                <a:latin typeface="Comic Sans MS"/>
                <a:cs typeface="Comic Sans MS"/>
              </a:rPr>
              <a:t>the</a:t>
            </a:r>
            <a:r>
              <a:rPr sz="4700" spc="-30" dirty="0">
                <a:solidFill>
                  <a:srgbClr val="8F6552"/>
                </a:solidFill>
                <a:latin typeface="Comic Sans MS"/>
                <a:cs typeface="Comic Sans MS"/>
              </a:rPr>
              <a:t> </a:t>
            </a:r>
            <a:r>
              <a:rPr sz="4700" spc="-10" dirty="0">
                <a:solidFill>
                  <a:srgbClr val="8F6552"/>
                </a:solidFill>
                <a:latin typeface="Comic Sans MS"/>
                <a:cs typeface="Comic Sans MS"/>
              </a:rPr>
              <a:t>situation </a:t>
            </a:r>
            <a:r>
              <a:rPr sz="4700" dirty="0">
                <a:solidFill>
                  <a:srgbClr val="8F6552"/>
                </a:solidFill>
                <a:latin typeface="Comic Sans MS"/>
                <a:cs typeface="Comic Sans MS"/>
              </a:rPr>
              <a:t>There</a:t>
            </a:r>
            <a:r>
              <a:rPr sz="4700" spc="-30" dirty="0">
                <a:solidFill>
                  <a:srgbClr val="8F6552"/>
                </a:solidFill>
                <a:latin typeface="Comic Sans MS"/>
                <a:cs typeface="Comic Sans MS"/>
              </a:rPr>
              <a:t> </a:t>
            </a:r>
            <a:r>
              <a:rPr sz="4700" dirty="0">
                <a:solidFill>
                  <a:srgbClr val="8F6552"/>
                </a:solidFill>
                <a:latin typeface="Comic Sans MS"/>
                <a:cs typeface="Comic Sans MS"/>
              </a:rPr>
              <a:t>are</a:t>
            </a:r>
            <a:r>
              <a:rPr sz="4700" spc="-25" dirty="0">
                <a:solidFill>
                  <a:srgbClr val="8F6552"/>
                </a:solidFill>
                <a:latin typeface="Comic Sans MS"/>
                <a:cs typeface="Comic Sans MS"/>
              </a:rPr>
              <a:t> </a:t>
            </a:r>
            <a:r>
              <a:rPr sz="4700" dirty="0">
                <a:solidFill>
                  <a:srgbClr val="8F6552"/>
                </a:solidFill>
                <a:latin typeface="Comic Sans MS"/>
                <a:cs typeface="Comic Sans MS"/>
              </a:rPr>
              <a:t>two</a:t>
            </a:r>
            <a:r>
              <a:rPr sz="4700" spc="-25" dirty="0">
                <a:solidFill>
                  <a:srgbClr val="8F6552"/>
                </a:solidFill>
                <a:latin typeface="Comic Sans MS"/>
                <a:cs typeface="Comic Sans MS"/>
              </a:rPr>
              <a:t> </a:t>
            </a:r>
            <a:r>
              <a:rPr sz="4700" dirty="0">
                <a:solidFill>
                  <a:srgbClr val="8F6552"/>
                </a:solidFill>
                <a:latin typeface="Comic Sans MS"/>
                <a:cs typeface="Comic Sans MS"/>
              </a:rPr>
              <a:t>main</a:t>
            </a:r>
            <a:r>
              <a:rPr sz="4700" spc="-25" dirty="0">
                <a:solidFill>
                  <a:srgbClr val="8F6552"/>
                </a:solidFill>
                <a:latin typeface="Comic Sans MS"/>
                <a:cs typeface="Comic Sans MS"/>
              </a:rPr>
              <a:t> </a:t>
            </a:r>
            <a:r>
              <a:rPr sz="4700" dirty="0">
                <a:solidFill>
                  <a:srgbClr val="8F6552"/>
                </a:solidFill>
                <a:latin typeface="Comic Sans MS"/>
                <a:cs typeface="Comic Sans MS"/>
              </a:rPr>
              <a:t>types</a:t>
            </a:r>
            <a:r>
              <a:rPr sz="4700" spc="-25" dirty="0">
                <a:solidFill>
                  <a:srgbClr val="8F6552"/>
                </a:solidFill>
                <a:latin typeface="Comic Sans MS"/>
                <a:cs typeface="Comic Sans MS"/>
              </a:rPr>
              <a:t> </a:t>
            </a:r>
            <a:r>
              <a:rPr sz="4700" dirty="0">
                <a:solidFill>
                  <a:srgbClr val="8F6552"/>
                </a:solidFill>
                <a:latin typeface="Comic Sans MS"/>
                <a:cs typeface="Comic Sans MS"/>
              </a:rPr>
              <a:t>of</a:t>
            </a:r>
            <a:r>
              <a:rPr sz="4700" spc="-25" dirty="0">
                <a:solidFill>
                  <a:srgbClr val="8F6552"/>
                </a:solidFill>
                <a:latin typeface="Comic Sans MS"/>
                <a:cs typeface="Comic Sans MS"/>
              </a:rPr>
              <a:t> </a:t>
            </a:r>
            <a:r>
              <a:rPr sz="4700" spc="-10" dirty="0">
                <a:solidFill>
                  <a:srgbClr val="8F6552"/>
                </a:solidFill>
                <a:latin typeface="Comic Sans MS"/>
                <a:cs typeface="Comic Sans MS"/>
              </a:rPr>
              <a:t>communication:</a:t>
            </a:r>
            <a:endParaRPr sz="4700">
              <a:latin typeface="Comic Sans MS"/>
              <a:cs typeface="Comic Sans MS"/>
            </a:endParaRPr>
          </a:p>
          <a:p>
            <a:pPr marL="5677535" marR="5671185" indent="-635" algn="ctr">
              <a:lnSpc>
                <a:spcPct val="115599"/>
              </a:lnSpc>
            </a:pPr>
            <a:r>
              <a:rPr sz="4700" dirty="0">
                <a:solidFill>
                  <a:srgbClr val="8F6552"/>
                </a:solidFill>
                <a:latin typeface="Comic Sans MS"/>
                <a:cs typeface="Comic Sans MS"/>
              </a:rPr>
              <a:t>Formal</a:t>
            </a:r>
            <a:r>
              <a:rPr sz="4700" spc="-50" dirty="0">
                <a:solidFill>
                  <a:srgbClr val="8F6552"/>
                </a:solidFill>
                <a:latin typeface="Comic Sans MS"/>
                <a:cs typeface="Comic Sans MS"/>
              </a:rPr>
              <a:t> </a:t>
            </a:r>
            <a:r>
              <a:rPr sz="4700" spc="-10" dirty="0">
                <a:solidFill>
                  <a:srgbClr val="8F6552"/>
                </a:solidFill>
                <a:latin typeface="Comic Sans MS"/>
                <a:cs typeface="Comic Sans MS"/>
              </a:rPr>
              <a:t>communication </a:t>
            </a:r>
            <a:r>
              <a:rPr sz="4700" dirty="0">
                <a:solidFill>
                  <a:srgbClr val="8F6552"/>
                </a:solidFill>
                <a:latin typeface="Comic Sans MS"/>
                <a:cs typeface="Comic Sans MS"/>
              </a:rPr>
              <a:t>Informal</a:t>
            </a:r>
            <a:r>
              <a:rPr sz="4700" spc="-60" dirty="0">
                <a:solidFill>
                  <a:srgbClr val="8F6552"/>
                </a:solidFill>
                <a:latin typeface="Comic Sans MS"/>
                <a:cs typeface="Comic Sans MS"/>
              </a:rPr>
              <a:t> </a:t>
            </a:r>
            <a:r>
              <a:rPr sz="4700" spc="-10" dirty="0">
                <a:solidFill>
                  <a:srgbClr val="8F6552"/>
                </a:solidFill>
                <a:latin typeface="Comic Sans MS"/>
                <a:cs typeface="Comic Sans MS"/>
              </a:rPr>
              <a:t>communication</a:t>
            </a:r>
            <a:endParaRPr sz="4700">
              <a:latin typeface="Comic Sans MS"/>
              <a:cs typeface="Comic Sans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30480" y="-1"/>
            <a:ext cx="18288002" cy="1028700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177579" y="2622062"/>
            <a:ext cx="5025390" cy="63519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55625" marR="582295" indent="-452755">
              <a:lnSpc>
                <a:spcPct val="116599"/>
              </a:lnSpc>
              <a:spcBef>
                <a:spcPts val="95"/>
              </a:spcBef>
              <a:buAutoNum type="arabicPeriod"/>
              <a:tabLst>
                <a:tab pos="556895" algn="l"/>
              </a:tabLst>
            </a:pPr>
            <a:r>
              <a:rPr sz="4450" spc="-10" dirty="0">
                <a:solidFill>
                  <a:srgbClr val="8F6552"/>
                </a:solidFill>
                <a:latin typeface="Comic Sans MS"/>
                <a:cs typeface="Comic Sans MS"/>
              </a:rPr>
              <a:t>Communication 	</a:t>
            </a:r>
            <a:r>
              <a:rPr sz="4450" dirty="0">
                <a:solidFill>
                  <a:srgbClr val="8F6552"/>
                </a:solidFill>
                <a:latin typeface="Comic Sans MS"/>
                <a:cs typeface="Comic Sans MS"/>
              </a:rPr>
              <a:t>means</a:t>
            </a:r>
            <a:r>
              <a:rPr sz="4450" spc="-5" dirty="0">
                <a:solidFill>
                  <a:srgbClr val="8F6552"/>
                </a:solidFill>
                <a:latin typeface="Comic Sans MS"/>
                <a:cs typeface="Comic Sans MS"/>
              </a:rPr>
              <a:t> </a:t>
            </a:r>
            <a:r>
              <a:rPr sz="4450" spc="-10" dirty="0">
                <a:solidFill>
                  <a:srgbClr val="8F6552"/>
                </a:solidFill>
                <a:latin typeface="Comic Sans MS"/>
                <a:cs typeface="Comic Sans MS"/>
              </a:rPr>
              <a:t>sharing 	</a:t>
            </a:r>
            <a:r>
              <a:rPr sz="4450" dirty="0">
                <a:solidFill>
                  <a:srgbClr val="8F6552"/>
                </a:solidFill>
                <a:latin typeface="Comic Sans MS"/>
                <a:cs typeface="Comic Sans MS"/>
              </a:rPr>
              <a:t>ideas</a:t>
            </a:r>
            <a:r>
              <a:rPr sz="4450" spc="-5" dirty="0">
                <a:solidFill>
                  <a:srgbClr val="8F6552"/>
                </a:solidFill>
                <a:latin typeface="Comic Sans MS"/>
                <a:cs typeface="Comic Sans MS"/>
              </a:rPr>
              <a:t> </a:t>
            </a:r>
            <a:r>
              <a:rPr sz="4450" spc="-25" dirty="0">
                <a:solidFill>
                  <a:srgbClr val="8F6552"/>
                </a:solidFill>
                <a:latin typeface="Comic Sans MS"/>
                <a:cs typeface="Comic Sans MS"/>
              </a:rPr>
              <a:t>or 	</a:t>
            </a:r>
            <a:r>
              <a:rPr sz="4450" spc="-10" dirty="0">
                <a:solidFill>
                  <a:srgbClr val="8F6552"/>
                </a:solidFill>
                <a:latin typeface="Comic Sans MS"/>
                <a:cs typeface="Comic Sans MS"/>
              </a:rPr>
              <a:t>information</a:t>
            </a:r>
            <a:endParaRPr sz="4450">
              <a:latin typeface="Comic Sans MS"/>
              <a:cs typeface="Comic Sans MS"/>
            </a:endParaRPr>
          </a:p>
          <a:p>
            <a:pPr marL="555625" marR="5080" indent="-543560">
              <a:lnSpc>
                <a:spcPct val="116599"/>
              </a:lnSpc>
              <a:buAutoNum type="arabicPeriod"/>
              <a:tabLst>
                <a:tab pos="556895" algn="l"/>
              </a:tabLst>
            </a:pPr>
            <a:r>
              <a:rPr sz="4450" dirty="0">
                <a:solidFill>
                  <a:srgbClr val="8F6552"/>
                </a:solidFill>
                <a:latin typeface="Comic Sans MS"/>
                <a:cs typeface="Comic Sans MS"/>
              </a:rPr>
              <a:t>We</a:t>
            </a:r>
            <a:r>
              <a:rPr sz="4450" spc="5" dirty="0">
                <a:solidFill>
                  <a:srgbClr val="8F6552"/>
                </a:solidFill>
                <a:latin typeface="Comic Sans MS"/>
                <a:cs typeface="Comic Sans MS"/>
              </a:rPr>
              <a:t> </a:t>
            </a:r>
            <a:r>
              <a:rPr sz="4450" spc="-10" dirty="0">
                <a:solidFill>
                  <a:srgbClr val="8F6552"/>
                </a:solidFill>
                <a:latin typeface="Comic Sans MS"/>
                <a:cs typeface="Comic Sans MS"/>
              </a:rPr>
              <a:t>communicate 	</a:t>
            </a:r>
            <a:r>
              <a:rPr sz="4450" spc="-25" dirty="0">
                <a:solidFill>
                  <a:srgbClr val="8F6552"/>
                </a:solidFill>
                <a:latin typeface="Comic Sans MS"/>
                <a:cs typeface="Comic Sans MS"/>
              </a:rPr>
              <a:t>by:</a:t>
            </a:r>
            <a:endParaRPr sz="4450">
              <a:latin typeface="Comic Sans MS"/>
              <a:cs typeface="Comic Sans MS"/>
            </a:endParaRPr>
          </a:p>
          <a:p>
            <a:pPr marL="440690" marR="2529840">
              <a:lnSpc>
                <a:spcPct val="116599"/>
              </a:lnSpc>
            </a:pPr>
            <a:r>
              <a:rPr sz="4450" spc="-10" dirty="0">
                <a:solidFill>
                  <a:srgbClr val="8F6552"/>
                </a:solidFill>
                <a:latin typeface="Comic Sans MS"/>
                <a:cs typeface="Comic Sans MS"/>
              </a:rPr>
              <a:t>Talking Writing</a:t>
            </a:r>
            <a:endParaRPr sz="4450">
              <a:latin typeface="Comic Sans MS"/>
              <a:cs typeface="Comic Sans MS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3335692" y="1244942"/>
            <a:ext cx="12536805" cy="1321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0" i="0" dirty="0">
                <a:latin typeface="Comic Sans MS"/>
                <a:cs typeface="Comic Sans MS"/>
              </a:rPr>
              <a:t>What</a:t>
            </a:r>
            <a:r>
              <a:rPr sz="8500" i="0" spc="-60" dirty="0">
                <a:latin typeface="Comic Sans MS"/>
                <a:cs typeface="Comic Sans MS"/>
              </a:rPr>
              <a:t> </a:t>
            </a:r>
            <a:r>
              <a:rPr sz="8500" i="0" dirty="0">
                <a:latin typeface="Comic Sans MS"/>
                <a:cs typeface="Comic Sans MS"/>
              </a:rPr>
              <a:t>Is</a:t>
            </a:r>
            <a:r>
              <a:rPr sz="8500" i="0" spc="-60" dirty="0">
                <a:latin typeface="Comic Sans MS"/>
                <a:cs typeface="Comic Sans MS"/>
              </a:rPr>
              <a:t> </a:t>
            </a:r>
            <a:r>
              <a:rPr sz="8500" i="0" spc="-10" dirty="0">
                <a:latin typeface="Comic Sans MS"/>
                <a:cs typeface="Comic Sans MS"/>
              </a:rPr>
              <a:t>Communication?</a:t>
            </a:r>
            <a:endParaRPr sz="8500">
              <a:latin typeface="Comic Sans MS"/>
              <a:cs typeface="Comic Sans MS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1" y="2933701"/>
            <a:ext cx="6854652" cy="457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" y="-1"/>
            <a:ext cx="18288002" cy="10287001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198105" y="1372526"/>
            <a:ext cx="12020550" cy="1709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50" spc="-20" dirty="0"/>
              <a:t>Formal</a:t>
            </a:r>
            <a:r>
              <a:rPr sz="11050" spc="-150" dirty="0"/>
              <a:t> </a:t>
            </a:r>
            <a:r>
              <a:rPr sz="11050" spc="-400" dirty="0"/>
              <a:t>Communition</a:t>
            </a:r>
            <a:endParaRPr sz="11050"/>
          </a:p>
        </p:txBody>
      </p:sp>
      <p:sp>
        <p:nvSpPr>
          <p:cNvPr id="4" name="object 4"/>
          <p:cNvSpPr txBox="1"/>
          <p:nvPr/>
        </p:nvSpPr>
        <p:spPr>
          <a:xfrm>
            <a:off x="4746698" y="2864214"/>
            <a:ext cx="8974455" cy="7454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80640" marR="1794510" indent="-744855" algn="just">
              <a:lnSpc>
                <a:spcPct val="135400"/>
              </a:lnSpc>
              <a:spcBef>
                <a:spcPts val="100"/>
              </a:spcBef>
            </a:pPr>
            <a:r>
              <a:rPr sz="3600" dirty="0">
                <a:solidFill>
                  <a:srgbClr val="613A29"/>
                </a:solidFill>
                <a:latin typeface="Comic Sans MS"/>
                <a:cs typeface="Comic Sans MS"/>
              </a:rPr>
              <a:t>Formal</a:t>
            </a:r>
            <a:r>
              <a:rPr sz="3600" spc="-90" dirty="0">
                <a:solidFill>
                  <a:srgbClr val="613A29"/>
                </a:solidFill>
                <a:latin typeface="Comic Sans MS"/>
                <a:cs typeface="Comic Sans MS"/>
              </a:rPr>
              <a:t> </a:t>
            </a:r>
            <a:r>
              <a:rPr sz="3600" dirty="0">
                <a:solidFill>
                  <a:srgbClr val="613A29"/>
                </a:solidFill>
                <a:latin typeface="Comic Sans MS"/>
                <a:cs typeface="Comic Sans MS"/>
              </a:rPr>
              <a:t>communication</a:t>
            </a:r>
            <a:r>
              <a:rPr sz="3600" spc="-90" dirty="0">
                <a:solidFill>
                  <a:srgbClr val="613A29"/>
                </a:solidFill>
                <a:latin typeface="Comic Sans MS"/>
                <a:cs typeface="Comic Sans MS"/>
              </a:rPr>
              <a:t> </a:t>
            </a:r>
            <a:r>
              <a:rPr sz="3600" spc="-25" dirty="0">
                <a:solidFill>
                  <a:srgbClr val="613A29"/>
                </a:solidFill>
                <a:latin typeface="Comic Sans MS"/>
                <a:cs typeface="Comic Sans MS"/>
              </a:rPr>
              <a:t>is: </a:t>
            </a:r>
            <a:r>
              <a:rPr sz="3600" dirty="0">
                <a:solidFill>
                  <a:srgbClr val="613A29"/>
                </a:solidFill>
                <a:latin typeface="Comic Sans MS"/>
                <a:cs typeface="Comic Sans MS"/>
              </a:rPr>
              <a:t>Polite</a:t>
            </a:r>
            <a:r>
              <a:rPr sz="3600" spc="-45" dirty="0">
                <a:solidFill>
                  <a:srgbClr val="613A29"/>
                </a:solidFill>
                <a:latin typeface="Comic Sans MS"/>
                <a:cs typeface="Comic Sans MS"/>
              </a:rPr>
              <a:t> </a:t>
            </a:r>
            <a:r>
              <a:rPr sz="3600" dirty="0">
                <a:solidFill>
                  <a:srgbClr val="613A29"/>
                </a:solidFill>
                <a:latin typeface="Comic Sans MS"/>
                <a:cs typeface="Comic Sans MS"/>
              </a:rPr>
              <a:t>and</a:t>
            </a:r>
            <a:r>
              <a:rPr sz="3600" spc="-40" dirty="0">
                <a:solidFill>
                  <a:srgbClr val="613A29"/>
                </a:solidFill>
                <a:latin typeface="Comic Sans MS"/>
                <a:cs typeface="Comic Sans MS"/>
              </a:rPr>
              <a:t> </a:t>
            </a:r>
            <a:r>
              <a:rPr sz="3600" spc="-10" dirty="0">
                <a:solidFill>
                  <a:srgbClr val="613A29"/>
                </a:solidFill>
                <a:latin typeface="Comic Sans MS"/>
                <a:cs typeface="Comic Sans MS"/>
              </a:rPr>
              <a:t>respectful </a:t>
            </a:r>
            <a:r>
              <a:rPr sz="3600" dirty="0">
                <a:solidFill>
                  <a:srgbClr val="613A29"/>
                </a:solidFill>
                <a:latin typeface="Comic Sans MS"/>
                <a:cs typeface="Comic Sans MS"/>
              </a:rPr>
              <a:t>Uses</a:t>
            </a:r>
            <a:r>
              <a:rPr sz="3600" spc="-30" dirty="0">
                <a:solidFill>
                  <a:srgbClr val="613A29"/>
                </a:solidFill>
                <a:latin typeface="Comic Sans MS"/>
                <a:cs typeface="Comic Sans MS"/>
              </a:rPr>
              <a:t> </a:t>
            </a:r>
            <a:r>
              <a:rPr sz="3600" dirty="0">
                <a:solidFill>
                  <a:srgbClr val="613A29"/>
                </a:solidFill>
                <a:latin typeface="Comic Sans MS"/>
                <a:cs typeface="Comic Sans MS"/>
              </a:rPr>
              <a:t>proper</a:t>
            </a:r>
            <a:r>
              <a:rPr sz="3600" spc="-20" dirty="0">
                <a:solidFill>
                  <a:srgbClr val="613A29"/>
                </a:solidFill>
                <a:latin typeface="Comic Sans MS"/>
                <a:cs typeface="Comic Sans MS"/>
              </a:rPr>
              <a:t> </a:t>
            </a:r>
            <a:r>
              <a:rPr sz="3600" spc="-10" dirty="0">
                <a:solidFill>
                  <a:srgbClr val="613A29"/>
                </a:solidFill>
                <a:latin typeface="Comic Sans MS"/>
                <a:cs typeface="Comic Sans MS"/>
              </a:rPr>
              <a:t>grammar</a:t>
            </a:r>
            <a:endParaRPr sz="3600">
              <a:latin typeface="Comic Sans MS"/>
              <a:cs typeface="Comic Sans MS"/>
            </a:endParaRPr>
          </a:p>
          <a:p>
            <a:pPr marL="1750060" algn="just">
              <a:lnSpc>
                <a:spcPct val="100000"/>
              </a:lnSpc>
              <a:spcBef>
                <a:spcPts val="1530"/>
              </a:spcBef>
            </a:pPr>
            <a:r>
              <a:rPr sz="3600" dirty="0">
                <a:solidFill>
                  <a:srgbClr val="613A29"/>
                </a:solidFill>
                <a:latin typeface="Comic Sans MS"/>
                <a:cs typeface="Comic Sans MS"/>
              </a:rPr>
              <a:t>Carefully</a:t>
            </a:r>
            <a:r>
              <a:rPr sz="3600" spc="-60" dirty="0">
                <a:solidFill>
                  <a:srgbClr val="613A29"/>
                </a:solidFill>
                <a:latin typeface="Comic Sans MS"/>
                <a:cs typeface="Comic Sans MS"/>
              </a:rPr>
              <a:t> </a:t>
            </a:r>
            <a:r>
              <a:rPr sz="3600" dirty="0">
                <a:solidFill>
                  <a:srgbClr val="613A29"/>
                </a:solidFill>
                <a:latin typeface="Comic Sans MS"/>
                <a:cs typeface="Comic Sans MS"/>
              </a:rPr>
              <a:t>written</a:t>
            </a:r>
            <a:r>
              <a:rPr sz="3600" spc="-60" dirty="0">
                <a:solidFill>
                  <a:srgbClr val="613A29"/>
                </a:solidFill>
                <a:latin typeface="Comic Sans MS"/>
                <a:cs typeface="Comic Sans MS"/>
              </a:rPr>
              <a:t> </a:t>
            </a:r>
            <a:r>
              <a:rPr sz="3600" dirty="0">
                <a:solidFill>
                  <a:srgbClr val="613A29"/>
                </a:solidFill>
                <a:latin typeface="Comic Sans MS"/>
                <a:cs typeface="Comic Sans MS"/>
              </a:rPr>
              <a:t>or</a:t>
            </a:r>
            <a:r>
              <a:rPr sz="3600" spc="-60" dirty="0">
                <a:solidFill>
                  <a:srgbClr val="613A29"/>
                </a:solidFill>
                <a:latin typeface="Comic Sans MS"/>
                <a:cs typeface="Comic Sans MS"/>
              </a:rPr>
              <a:t> </a:t>
            </a:r>
            <a:r>
              <a:rPr sz="3600" spc="-10" dirty="0">
                <a:solidFill>
                  <a:srgbClr val="613A29"/>
                </a:solidFill>
                <a:latin typeface="Comic Sans MS"/>
                <a:cs typeface="Comic Sans MS"/>
              </a:rPr>
              <a:t>spoken</a:t>
            </a:r>
            <a:endParaRPr sz="36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2360"/>
              </a:spcBef>
            </a:pPr>
            <a:endParaRPr sz="3600">
              <a:latin typeface="Comic Sans MS"/>
              <a:cs typeface="Comic Sans MS"/>
            </a:endParaRPr>
          </a:p>
          <a:p>
            <a:pPr marL="777875" algn="ctr">
              <a:lnSpc>
                <a:spcPct val="100000"/>
              </a:lnSpc>
            </a:pPr>
            <a:r>
              <a:rPr sz="3600" b="1" i="1" dirty="0">
                <a:solidFill>
                  <a:srgbClr val="613A29"/>
                </a:solidFill>
                <a:latin typeface="Comic Sans MS"/>
                <a:cs typeface="Comic Sans MS"/>
              </a:rPr>
              <a:t>Used</a:t>
            </a:r>
            <a:r>
              <a:rPr sz="3600" b="1" i="1" spc="-15" dirty="0">
                <a:solidFill>
                  <a:srgbClr val="613A29"/>
                </a:solidFill>
                <a:latin typeface="Comic Sans MS"/>
                <a:cs typeface="Comic Sans MS"/>
              </a:rPr>
              <a:t> </a:t>
            </a:r>
            <a:r>
              <a:rPr sz="3600" b="1" i="1" spc="-20" dirty="0">
                <a:solidFill>
                  <a:srgbClr val="613A29"/>
                </a:solidFill>
                <a:latin typeface="Comic Sans MS"/>
                <a:cs typeface="Comic Sans MS"/>
              </a:rPr>
              <a:t>when:</a:t>
            </a:r>
            <a:endParaRPr sz="3600">
              <a:latin typeface="Comic Sans MS"/>
              <a:cs typeface="Comic Sans MS"/>
            </a:endParaRPr>
          </a:p>
          <a:p>
            <a:pPr marL="2590800" marR="1804670" indent="-635" algn="ctr">
              <a:lnSpc>
                <a:spcPct val="135400"/>
              </a:lnSpc>
            </a:pPr>
            <a:r>
              <a:rPr sz="3600" dirty="0">
                <a:solidFill>
                  <a:srgbClr val="613A29"/>
                </a:solidFill>
                <a:latin typeface="Comic Sans MS"/>
                <a:cs typeface="Comic Sans MS"/>
              </a:rPr>
              <a:t>Talking</a:t>
            </a:r>
            <a:r>
              <a:rPr sz="3600" spc="-55" dirty="0">
                <a:solidFill>
                  <a:srgbClr val="613A29"/>
                </a:solidFill>
                <a:latin typeface="Comic Sans MS"/>
                <a:cs typeface="Comic Sans MS"/>
              </a:rPr>
              <a:t> </a:t>
            </a:r>
            <a:r>
              <a:rPr sz="3600" dirty="0">
                <a:solidFill>
                  <a:srgbClr val="613A29"/>
                </a:solidFill>
                <a:latin typeface="Comic Sans MS"/>
                <a:cs typeface="Comic Sans MS"/>
              </a:rPr>
              <a:t>to</a:t>
            </a:r>
            <a:r>
              <a:rPr sz="3600" spc="-50" dirty="0">
                <a:solidFill>
                  <a:srgbClr val="613A29"/>
                </a:solidFill>
                <a:latin typeface="Comic Sans MS"/>
                <a:cs typeface="Comic Sans MS"/>
              </a:rPr>
              <a:t> </a:t>
            </a:r>
            <a:r>
              <a:rPr sz="3600" spc="-10" dirty="0">
                <a:solidFill>
                  <a:srgbClr val="613A29"/>
                </a:solidFill>
                <a:latin typeface="Comic Sans MS"/>
                <a:cs typeface="Comic Sans MS"/>
              </a:rPr>
              <a:t>teachers </a:t>
            </a:r>
            <a:r>
              <a:rPr sz="3600" dirty="0">
                <a:solidFill>
                  <a:srgbClr val="613A29"/>
                </a:solidFill>
                <a:latin typeface="Comic Sans MS"/>
                <a:cs typeface="Comic Sans MS"/>
              </a:rPr>
              <a:t>Writing</a:t>
            </a:r>
            <a:r>
              <a:rPr sz="3600" spc="-60" dirty="0">
                <a:solidFill>
                  <a:srgbClr val="613A29"/>
                </a:solidFill>
                <a:latin typeface="Comic Sans MS"/>
                <a:cs typeface="Comic Sans MS"/>
              </a:rPr>
              <a:t> </a:t>
            </a:r>
            <a:r>
              <a:rPr sz="3600" dirty="0">
                <a:solidFill>
                  <a:srgbClr val="613A29"/>
                </a:solidFill>
                <a:latin typeface="Comic Sans MS"/>
                <a:cs typeface="Comic Sans MS"/>
              </a:rPr>
              <a:t>school</a:t>
            </a:r>
            <a:r>
              <a:rPr sz="3600" spc="-55" dirty="0">
                <a:solidFill>
                  <a:srgbClr val="613A29"/>
                </a:solidFill>
                <a:latin typeface="Comic Sans MS"/>
                <a:cs typeface="Comic Sans MS"/>
              </a:rPr>
              <a:t> </a:t>
            </a:r>
            <a:r>
              <a:rPr sz="3600" spc="-10" dirty="0">
                <a:solidFill>
                  <a:srgbClr val="613A29"/>
                </a:solidFill>
                <a:latin typeface="Comic Sans MS"/>
                <a:cs typeface="Comic Sans MS"/>
              </a:rPr>
              <a:t>emails </a:t>
            </a:r>
            <a:r>
              <a:rPr sz="3600" dirty="0">
                <a:solidFill>
                  <a:srgbClr val="613A29"/>
                </a:solidFill>
                <a:latin typeface="Comic Sans MS"/>
                <a:cs typeface="Comic Sans MS"/>
              </a:rPr>
              <a:t>Giving</a:t>
            </a:r>
            <a:r>
              <a:rPr sz="3600" spc="-65" dirty="0">
                <a:solidFill>
                  <a:srgbClr val="613A29"/>
                </a:solidFill>
                <a:latin typeface="Comic Sans MS"/>
                <a:cs typeface="Comic Sans MS"/>
              </a:rPr>
              <a:t> </a:t>
            </a:r>
            <a:r>
              <a:rPr sz="3600" spc="-10" dirty="0">
                <a:solidFill>
                  <a:srgbClr val="613A29"/>
                </a:solidFill>
                <a:latin typeface="Comic Sans MS"/>
                <a:cs typeface="Comic Sans MS"/>
              </a:rPr>
              <a:t>presentations</a:t>
            </a:r>
            <a:endParaRPr sz="3600">
              <a:latin typeface="Comic Sans MS"/>
              <a:cs typeface="Comic Sans MS"/>
            </a:endParaRPr>
          </a:p>
          <a:p>
            <a:pPr algn="ctr">
              <a:lnSpc>
                <a:spcPct val="100000"/>
              </a:lnSpc>
              <a:spcBef>
                <a:spcPts val="1530"/>
              </a:spcBef>
            </a:pPr>
            <a:r>
              <a:rPr sz="3600" dirty="0">
                <a:solidFill>
                  <a:srgbClr val="613A29"/>
                </a:solidFill>
                <a:latin typeface="Comic Sans MS"/>
                <a:cs typeface="Comic Sans MS"/>
              </a:rPr>
              <a:t>e.g:</a:t>
            </a:r>
            <a:r>
              <a:rPr sz="3600" spc="-30" dirty="0">
                <a:solidFill>
                  <a:srgbClr val="613A29"/>
                </a:solidFill>
                <a:latin typeface="Comic Sans MS"/>
                <a:cs typeface="Comic Sans MS"/>
              </a:rPr>
              <a:t> </a:t>
            </a:r>
            <a:r>
              <a:rPr sz="3600" dirty="0">
                <a:solidFill>
                  <a:srgbClr val="613A29"/>
                </a:solidFill>
                <a:latin typeface="Comic Sans MS"/>
                <a:cs typeface="Comic Sans MS"/>
              </a:rPr>
              <a:t>“Good</a:t>
            </a:r>
            <a:r>
              <a:rPr sz="3600" spc="-25" dirty="0">
                <a:solidFill>
                  <a:srgbClr val="613A29"/>
                </a:solidFill>
                <a:latin typeface="Comic Sans MS"/>
                <a:cs typeface="Comic Sans MS"/>
              </a:rPr>
              <a:t> </a:t>
            </a:r>
            <a:r>
              <a:rPr sz="3600" dirty="0">
                <a:solidFill>
                  <a:srgbClr val="613A29"/>
                </a:solidFill>
                <a:latin typeface="Comic Sans MS"/>
                <a:cs typeface="Comic Sans MS"/>
              </a:rPr>
              <a:t>morning,</a:t>
            </a:r>
            <a:r>
              <a:rPr sz="3600" spc="-25" dirty="0">
                <a:solidFill>
                  <a:srgbClr val="613A29"/>
                </a:solidFill>
                <a:latin typeface="Comic Sans MS"/>
                <a:cs typeface="Comic Sans MS"/>
              </a:rPr>
              <a:t> </a:t>
            </a:r>
            <a:r>
              <a:rPr sz="3600" dirty="0">
                <a:solidFill>
                  <a:srgbClr val="613A29"/>
                </a:solidFill>
                <a:latin typeface="Comic Sans MS"/>
                <a:cs typeface="Comic Sans MS"/>
              </a:rPr>
              <a:t>may</a:t>
            </a:r>
            <a:r>
              <a:rPr sz="3600" spc="-25" dirty="0">
                <a:solidFill>
                  <a:srgbClr val="613A29"/>
                </a:solidFill>
                <a:latin typeface="Comic Sans MS"/>
                <a:cs typeface="Comic Sans MS"/>
              </a:rPr>
              <a:t> </a:t>
            </a:r>
            <a:r>
              <a:rPr sz="3600" dirty="0">
                <a:solidFill>
                  <a:srgbClr val="613A29"/>
                </a:solidFill>
                <a:latin typeface="Comic Sans MS"/>
                <a:cs typeface="Comic Sans MS"/>
              </a:rPr>
              <a:t>I</a:t>
            </a:r>
            <a:r>
              <a:rPr sz="3600" spc="-25" dirty="0">
                <a:solidFill>
                  <a:srgbClr val="613A29"/>
                </a:solidFill>
                <a:latin typeface="Comic Sans MS"/>
                <a:cs typeface="Comic Sans MS"/>
              </a:rPr>
              <a:t> </a:t>
            </a:r>
            <a:r>
              <a:rPr sz="3600" dirty="0">
                <a:solidFill>
                  <a:srgbClr val="613A29"/>
                </a:solidFill>
                <a:latin typeface="Comic Sans MS"/>
                <a:cs typeface="Comic Sans MS"/>
              </a:rPr>
              <a:t>ask</a:t>
            </a:r>
            <a:r>
              <a:rPr sz="3600" spc="-25" dirty="0">
                <a:solidFill>
                  <a:srgbClr val="613A29"/>
                </a:solidFill>
                <a:latin typeface="Comic Sans MS"/>
                <a:cs typeface="Comic Sans MS"/>
              </a:rPr>
              <a:t> </a:t>
            </a:r>
            <a:r>
              <a:rPr sz="3600" dirty="0">
                <a:solidFill>
                  <a:srgbClr val="613A29"/>
                </a:solidFill>
                <a:latin typeface="Comic Sans MS"/>
                <a:cs typeface="Comic Sans MS"/>
              </a:rPr>
              <a:t>a</a:t>
            </a:r>
            <a:r>
              <a:rPr sz="3600" spc="-25" dirty="0">
                <a:solidFill>
                  <a:srgbClr val="613A29"/>
                </a:solidFill>
                <a:latin typeface="Comic Sans MS"/>
                <a:cs typeface="Comic Sans MS"/>
              </a:rPr>
              <a:t> </a:t>
            </a:r>
            <a:r>
              <a:rPr sz="3600" spc="-10" dirty="0">
                <a:solidFill>
                  <a:srgbClr val="613A29"/>
                </a:solidFill>
                <a:latin typeface="Comic Sans MS"/>
                <a:cs typeface="Comic Sans MS"/>
              </a:rPr>
              <a:t>question?”</a:t>
            </a:r>
            <a:endParaRPr sz="3600">
              <a:latin typeface="Comic Sans MS"/>
              <a:cs typeface="Comic Sans M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7800" y="3771900"/>
            <a:ext cx="4314444" cy="2514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6825"/>
            <a:ext cx="19126200" cy="102870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25352" y="3736026"/>
            <a:ext cx="152400" cy="1523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25352" y="4431351"/>
            <a:ext cx="152400" cy="1523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25352" y="5126676"/>
            <a:ext cx="152400" cy="1523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25352" y="7212651"/>
            <a:ext cx="152400" cy="1523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25352" y="7907976"/>
            <a:ext cx="152400" cy="1523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960227" y="6122902"/>
            <a:ext cx="6457950" cy="3502025"/>
          </a:xfrm>
          <a:prstGeom prst="rect">
            <a:avLst/>
          </a:prstGeom>
        </p:spPr>
        <p:txBody>
          <a:bodyPr vert="horz" wrap="square" lIns="0" tIns="1974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5"/>
              </a:spcBef>
            </a:pPr>
            <a:r>
              <a:rPr sz="3350" b="1" i="1" dirty="0">
                <a:solidFill>
                  <a:srgbClr val="613A29"/>
                </a:solidFill>
                <a:latin typeface="Comic Sans MS"/>
                <a:cs typeface="Comic Sans MS"/>
              </a:rPr>
              <a:t>Used</a:t>
            </a:r>
            <a:r>
              <a:rPr sz="3350" b="1" i="1" spc="-40" dirty="0">
                <a:solidFill>
                  <a:srgbClr val="613A29"/>
                </a:solidFill>
                <a:latin typeface="Comic Sans MS"/>
                <a:cs typeface="Comic Sans MS"/>
              </a:rPr>
              <a:t> </a:t>
            </a:r>
            <a:r>
              <a:rPr sz="3350" b="1" i="1" spc="-10" dirty="0">
                <a:solidFill>
                  <a:srgbClr val="613A29"/>
                </a:solidFill>
                <a:latin typeface="Comic Sans MS"/>
                <a:cs typeface="Comic Sans MS"/>
              </a:rPr>
              <a:t>when:</a:t>
            </a:r>
            <a:endParaRPr sz="3350">
              <a:latin typeface="Comic Sans MS"/>
              <a:cs typeface="Comic Sans MS"/>
            </a:endParaRPr>
          </a:p>
          <a:p>
            <a:pPr marL="734695" marR="2167255">
              <a:lnSpc>
                <a:spcPct val="136200"/>
              </a:lnSpc>
            </a:pPr>
            <a:r>
              <a:rPr sz="3350" dirty="0">
                <a:solidFill>
                  <a:srgbClr val="613A29"/>
                </a:solidFill>
                <a:latin typeface="Comic Sans MS"/>
                <a:cs typeface="Comic Sans MS"/>
              </a:rPr>
              <a:t>Talking</a:t>
            </a:r>
            <a:r>
              <a:rPr sz="3350" spc="-65" dirty="0">
                <a:solidFill>
                  <a:srgbClr val="613A29"/>
                </a:solidFill>
                <a:latin typeface="Comic Sans MS"/>
                <a:cs typeface="Comic Sans MS"/>
              </a:rPr>
              <a:t> </a:t>
            </a:r>
            <a:r>
              <a:rPr sz="3350" dirty="0">
                <a:solidFill>
                  <a:srgbClr val="613A29"/>
                </a:solidFill>
                <a:latin typeface="Comic Sans MS"/>
                <a:cs typeface="Comic Sans MS"/>
              </a:rPr>
              <a:t>to</a:t>
            </a:r>
            <a:r>
              <a:rPr sz="3350" spc="-60" dirty="0">
                <a:solidFill>
                  <a:srgbClr val="613A29"/>
                </a:solidFill>
                <a:latin typeface="Comic Sans MS"/>
                <a:cs typeface="Comic Sans MS"/>
              </a:rPr>
              <a:t> </a:t>
            </a:r>
            <a:r>
              <a:rPr sz="3350" spc="-10" dirty="0">
                <a:solidFill>
                  <a:srgbClr val="613A29"/>
                </a:solidFill>
                <a:latin typeface="Comic Sans MS"/>
                <a:cs typeface="Comic Sans MS"/>
              </a:rPr>
              <a:t>friends </a:t>
            </a:r>
            <a:r>
              <a:rPr sz="3350" dirty="0">
                <a:solidFill>
                  <a:srgbClr val="613A29"/>
                </a:solidFill>
                <a:latin typeface="Comic Sans MS"/>
                <a:cs typeface="Comic Sans MS"/>
              </a:rPr>
              <a:t>Texting</a:t>
            </a:r>
            <a:r>
              <a:rPr sz="3350" spc="-80" dirty="0">
                <a:solidFill>
                  <a:srgbClr val="613A29"/>
                </a:solidFill>
                <a:latin typeface="Comic Sans MS"/>
                <a:cs typeface="Comic Sans MS"/>
              </a:rPr>
              <a:t> </a:t>
            </a:r>
            <a:r>
              <a:rPr sz="3350" spc="-10" dirty="0">
                <a:solidFill>
                  <a:srgbClr val="613A29"/>
                </a:solidFill>
                <a:latin typeface="Comic Sans MS"/>
                <a:cs typeface="Comic Sans MS"/>
              </a:rPr>
              <a:t>family</a:t>
            </a:r>
            <a:endParaRPr sz="335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455"/>
              </a:spcBef>
            </a:pPr>
            <a:r>
              <a:rPr sz="3350" b="1" i="1" spc="-10" dirty="0">
                <a:solidFill>
                  <a:srgbClr val="613A29"/>
                </a:solidFill>
                <a:latin typeface="Comic Sans MS"/>
                <a:cs typeface="Comic Sans MS"/>
              </a:rPr>
              <a:t>Example:</a:t>
            </a:r>
            <a:endParaRPr sz="3350">
              <a:latin typeface="Comic Sans MS"/>
              <a:cs typeface="Comic Sans MS"/>
            </a:endParaRPr>
          </a:p>
          <a:p>
            <a:pPr marL="139700">
              <a:lnSpc>
                <a:spcPct val="100000"/>
              </a:lnSpc>
              <a:spcBef>
                <a:spcPts val="1455"/>
              </a:spcBef>
            </a:pPr>
            <a:r>
              <a:rPr sz="3350" dirty="0">
                <a:solidFill>
                  <a:srgbClr val="613A29"/>
                </a:solidFill>
                <a:latin typeface="Comic Sans MS"/>
                <a:cs typeface="Comic Sans MS"/>
              </a:rPr>
              <a:t>“Hey,</a:t>
            </a:r>
            <a:r>
              <a:rPr sz="3350" spc="-40" dirty="0">
                <a:solidFill>
                  <a:srgbClr val="613A29"/>
                </a:solidFill>
                <a:latin typeface="Comic Sans MS"/>
                <a:cs typeface="Comic Sans MS"/>
              </a:rPr>
              <a:t> </a:t>
            </a:r>
            <a:r>
              <a:rPr sz="3350" dirty="0">
                <a:solidFill>
                  <a:srgbClr val="613A29"/>
                </a:solidFill>
                <a:latin typeface="Comic Sans MS"/>
                <a:cs typeface="Comic Sans MS"/>
              </a:rPr>
              <a:t>can</a:t>
            </a:r>
            <a:r>
              <a:rPr sz="3350" spc="-40" dirty="0">
                <a:solidFill>
                  <a:srgbClr val="613A29"/>
                </a:solidFill>
                <a:latin typeface="Comic Sans MS"/>
                <a:cs typeface="Comic Sans MS"/>
              </a:rPr>
              <a:t> </a:t>
            </a:r>
            <a:r>
              <a:rPr sz="3350" dirty="0">
                <a:solidFill>
                  <a:srgbClr val="613A29"/>
                </a:solidFill>
                <a:latin typeface="Comic Sans MS"/>
                <a:cs typeface="Comic Sans MS"/>
              </a:rPr>
              <a:t>I</a:t>
            </a:r>
            <a:r>
              <a:rPr sz="3350" spc="-35" dirty="0">
                <a:solidFill>
                  <a:srgbClr val="613A29"/>
                </a:solidFill>
                <a:latin typeface="Comic Sans MS"/>
                <a:cs typeface="Comic Sans MS"/>
              </a:rPr>
              <a:t> </a:t>
            </a:r>
            <a:r>
              <a:rPr sz="3350" dirty="0">
                <a:solidFill>
                  <a:srgbClr val="613A29"/>
                </a:solidFill>
                <a:latin typeface="Comic Sans MS"/>
                <a:cs typeface="Comic Sans MS"/>
              </a:rPr>
              <a:t>ask</a:t>
            </a:r>
            <a:r>
              <a:rPr sz="3350" spc="-40" dirty="0">
                <a:solidFill>
                  <a:srgbClr val="613A29"/>
                </a:solidFill>
                <a:latin typeface="Comic Sans MS"/>
                <a:cs typeface="Comic Sans MS"/>
              </a:rPr>
              <a:t> </a:t>
            </a:r>
            <a:r>
              <a:rPr sz="3350" dirty="0">
                <a:solidFill>
                  <a:srgbClr val="613A29"/>
                </a:solidFill>
                <a:latin typeface="Comic Sans MS"/>
                <a:cs typeface="Comic Sans MS"/>
              </a:rPr>
              <a:t>you</a:t>
            </a:r>
            <a:r>
              <a:rPr sz="3350" spc="-35" dirty="0">
                <a:solidFill>
                  <a:srgbClr val="613A29"/>
                </a:solidFill>
                <a:latin typeface="Comic Sans MS"/>
                <a:cs typeface="Comic Sans MS"/>
              </a:rPr>
              <a:t> </a:t>
            </a:r>
            <a:r>
              <a:rPr sz="3350" spc="-10" dirty="0">
                <a:solidFill>
                  <a:srgbClr val="613A29"/>
                </a:solidFill>
                <a:latin typeface="Comic Sans MS"/>
                <a:cs typeface="Comic Sans MS"/>
              </a:rPr>
              <a:t>something?”</a:t>
            </a:r>
            <a:endParaRPr sz="3350">
              <a:latin typeface="Comic Sans MS"/>
              <a:cs typeface="Comic Sans MS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48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15"/>
              </a:spcBef>
            </a:pPr>
            <a:r>
              <a:rPr sz="7350" i="0" dirty="0">
                <a:solidFill>
                  <a:srgbClr val="613A29"/>
                </a:solidFill>
                <a:latin typeface="Comic Sans MS"/>
                <a:cs typeface="Comic Sans MS"/>
              </a:rPr>
              <a:t>Informal</a:t>
            </a:r>
            <a:r>
              <a:rPr sz="7350" i="0" spc="-75" dirty="0">
                <a:solidFill>
                  <a:srgbClr val="613A29"/>
                </a:solidFill>
                <a:latin typeface="Comic Sans MS"/>
                <a:cs typeface="Comic Sans MS"/>
              </a:rPr>
              <a:t> </a:t>
            </a:r>
            <a:r>
              <a:rPr sz="7350" i="0" spc="-10" dirty="0">
                <a:solidFill>
                  <a:srgbClr val="613A29"/>
                </a:solidFill>
                <a:latin typeface="Comic Sans MS"/>
                <a:cs typeface="Comic Sans MS"/>
              </a:rPr>
              <a:t>Communication</a:t>
            </a:r>
            <a:endParaRPr sz="7350">
              <a:latin typeface="Comic Sans MS"/>
              <a:cs typeface="Comic Sans MS"/>
            </a:endParaRPr>
          </a:p>
          <a:p>
            <a:pPr marL="1150620" marR="4790440" indent="-722630">
              <a:lnSpc>
                <a:spcPts val="5480"/>
              </a:lnSpc>
            </a:pPr>
            <a:r>
              <a:rPr sz="3350" i="0" dirty="0">
                <a:solidFill>
                  <a:srgbClr val="613A29"/>
                </a:solidFill>
                <a:latin typeface="Comic Sans MS"/>
                <a:cs typeface="Comic Sans MS"/>
              </a:rPr>
              <a:t>Informal</a:t>
            </a:r>
            <a:r>
              <a:rPr sz="3350" i="0" spc="-165" dirty="0">
                <a:solidFill>
                  <a:srgbClr val="613A29"/>
                </a:solidFill>
                <a:latin typeface="Comic Sans MS"/>
                <a:cs typeface="Comic Sans MS"/>
              </a:rPr>
              <a:t> </a:t>
            </a:r>
            <a:r>
              <a:rPr sz="3350" i="0" dirty="0">
                <a:solidFill>
                  <a:srgbClr val="613A29"/>
                </a:solidFill>
                <a:latin typeface="Comic Sans MS"/>
                <a:cs typeface="Comic Sans MS"/>
              </a:rPr>
              <a:t>communication</a:t>
            </a:r>
            <a:r>
              <a:rPr sz="3350" i="0" spc="-160" dirty="0">
                <a:solidFill>
                  <a:srgbClr val="613A29"/>
                </a:solidFill>
                <a:latin typeface="Comic Sans MS"/>
                <a:cs typeface="Comic Sans MS"/>
              </a:rPr>
              <a:t> </a:t>
            </a:r>
            <a:r>
              <a:rPr sz="3350" i="0" spc="-25" dirty="0">
                <a:solidFill>
                  <a:srgbClr val="613A29"/>
                </a:solidFill>
                <a:latin typeface="Comic Sans MS"/>
                <a:cs typeface="Comic Sans MS"/>
              </a:rPr>
              <a:t>is: </a:t>
            </a:r>
            <a:r>
              <a:rPr sz="3350" i="0" dirty="0">
                <a:solidFill>
                  <a:srgbClr val="613A29"/>
                </a:solidFill>
                <a:latin typeface="Comic Sans MS"/>
                <a:cs typeface="Comic Sans MS"/>
              </a:rPr>
              <a:t>Casual</a:t>
            </a:r>
            <a:r>
              <a:rPr sz="3350" i="0" spc="-40" dirty="0">
                <a:solidFill>
                  <a:srgbClr val="613A29"/>
                </a:solidFill>
                <a:latin typeface="Comic Sans MS"/>
                <a:cs typeface="Comic Sans MS"/>
              </a:rPr>
              <a:t> </a:t>
            </a:r>
            <a:r>
              <a:rPr sz="3350" i="0" dirty="0">
                <a:solidFill>
                  <a:srgbClr val="613A29"/>
                </a:solidFill>
                <a:latin typeface="Comic Sans MS"/>
                <a:cs typeface="Comic Sans MS"/>
              </a:rPr>
              <a:t>and</a:t>
            </a:r>
            <a:r>
              <a:rPr sz="3350" i="0" spc="-40" dirty="0">
                <a:solidFill>
                  <a:srgbClr val="613A29"/>
                </a:solidFill>
                <a:latin typeface="Comic Sans MS"/>
                <a:cs typeface="Comic Sans MS"/>
              </a:rPr>
              <a:t> </a:t>
            </a:r>
            <a:r>
              <a:rPr sz="3350" i="0" spc="-10" dirty="0">
                <a:solidFill>
                  <a:srgbClr val="613A29"/>
                </a:solidFill>
                <a:latin typeface="Comic Sans MS"/>
                <a:cs typeface="Comic Sans MS"/>
              </a:rPr>
              <a:t>friendly </a:t>
            </a:r>
            <a:r>
              <a:rPr sz="3350" i="0" dirty="0">
                <a:solidFill>
                  <a:srgbClr val="613A29"/>
                </a:solidFill>
                <a:latin typeface="Comic Sans MS"/>
                <a:cs typeface="Comic Sans MS"/>
              </a:rPr>
              <a:t>Uses</a:t>
            </a:r>
            <a:r>
              <a:rPr sz="3350" i="0" spc="-60" dirty="0">
                <a:solidFill>
                  <a:srgbClr val="613A29"/>
                </a:solidFill>
                <a:latin typeface="Comic Sans MS"/>
                <a:cs typeface="Comic Sans MS"/>
              </a:rPr>
              <a:t> </a:t>
            </a:r>
            <a:r>
              <a:rPr sz="3350" i="0" dirty="0">
                <a:solidFill>
                  <a:srgbClr val="613A29"/>
                </a:solidFill>
                <a:latin typeface="Comic Sans MS"/>
                <a:cs typeface="Comic Sans MS"/>
              </a:rPr>
              <a:t>simple</a:t>
            </a:r>
            <a:r>
              <a:rPr sz="3350" i="0" spc="-55" dirty="0">
                <a:solidFill>
                  <a:srgbClr val="613A29"/>
                </a:solidFill>
                <a:latin typeface="Comic Sans MS"/>
                <a:cs typeface="Comic Sans MS"/>
              </a:rPr>
              <a:t> </a:t>
            </a:r>
            <a:r>
              <a:rPr sz="3350" i="0" spc="-10" dirty="0">
                <a:solidFill>
                  <a:srgbClr val="613A29"/>
                </a:solidFill>
                <a:latin typeface="Comic Sans MS"/>
                <a:cs typeface="Comic Sans MS"/>
              </a:rPr>
              <a:t>words </a:t>
            </a:r>
            <a:r>
              <a:rPr sz="3350" i="0" dirty="0">
                <a:solidFill>
                  <a:srgbClr val="613A29"/>
                </a:solidFill>
                <a:latin typeface="Comic Sans MS"/>
                <a:cs typeface="Comic Sans MS"/>
              </a:rPr>
              <a:t>Relaxed</a:t>
            </a:r>
            <a:r>
              <a:rPr sz="3350" i="0" spc="-90" dirty="0">
                <a:solidFill>
                  <a:srgbClr val="613A29"/>
                </a:solidFill>
                <a:latin typeface="Comic Sans MS"/>
                <a:cs typeface="Comic Sans MS"/>
              </a:rPr>
              <a:t> </a:t>
            </a:r>
            <a:r>
              <a:rPr sz="3350" i="0" spc="-20" dirty="0">
                <a:solidFill>
                  <a:srgbClr val="613A29"/>
                </a:solidFill>
                <a:latin typeface="Comic Sans MS"/>
                <a:cs typeface="Comic Sans MS"/>
              </a:rPr>
              <a:t>tone</a:t>
            </a:r>
            <a:endParaRPr sz="3350">
              <a:latin typeface="Comic Sans MS"/>
              <a:cs typeface="Comic Sans MS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6143" y="3162300"/>
            <a:ext cx="7010400" cy="50324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" y="-1"/>
            <a:ext cx="18288002" cy="1028700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109941" y="5586780"/>
            <a:ext cx="3683000" cy="3538854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7000" spc="35" dirty="0">
                <a:solidFill>
                  <a:srgbClr val="9C6E4E"/>
                </a:solidFill>
                <a:latin typeface="Cambria"/>
                <a:cs typeface="Cambria"/>
              </a:rPr>
              <a:t>Informal</a:t>
            </a:r>
            <a:endParaRPr sz="7000">
              <a:latin typeface="Cambria"/>
              <a:cs typeface="Cambria"/>
            </a:endParaRPr>
          </a:p>
          <a:p>
            <a:pPr marL="240665">
              <a:lnSpc>
                <a:spcPct val="100000"/>
              </a:lnSpc>
              <a:spcBef>
                <a:spcPts val="280"/>
              </a:spcBef>
            </a:pPr>
            <a:r>
              <a:rPr sz="3400" b="1" spc="-10" dirty="0">
                <a:solidFill>
                  <a:srgbClr val="613A29"/>
                </a:solidFill>
                <a:latin typeface="Comic Sans MS"/>
                <a:cs typeface="Comic Sans MS"/>
              </a:rPr>
              <a:t>Casual</a:t>
            </a:r>
            <a:endParaRPr sz="3400">
              <a:latin typeface="Comic Sans MS"/>
              <a:cs typeface="Comic Sans MS"/>
            </a:endParaRPr>
          </a:p>
          <a:p>
            <a:pPr marL="240665" marR="5080">
              <a:lnSpc>
                <a:spcPct val="117600"/>
              </a:lnSpc>
            </a:pPr>
            <a:r>
              <a:rPr sz="3400" b="1" dirty="0">
                <a:solidFill>
                  <a:srgbClr val="613A29"/>
                </a:solidFill>
                <a:latin typeface="Comic Sans MS"/>
                <a:cs typeface="Comic Sans MS"/>
              </a:rPr>
              <a:t>Short</a:t>
            </a:r>
            <a:r>
              <a:rPr sz="3400" b="1" spc="40" dirty="0">
                <a:solidFill>
                  <a:srgbClr val="613A29"/>
                </a:solidFill>
                <a:latin typeface="Comic Sans MS"/>
                <a:cs typeface="Comic Sans MS"/>
              </a:rPr>
              <a:t> </a:t>
            </a:r>
            <a:r>
              <a:rPr sz="3400" b="1" spc="-10" dirty="0">
                <a:solidFill>
                  <a:srgbClr val="613A29"/>
                </a:solidFill>
                <a:latin typeface="Comic Sans MS"/>
                <a:cs typeface="Comic Sans MS"/>
              </a:rPr>
              <a:t>sentences </a:t>
            </a:r>
            <a:r>
              <a:rPr sz="3400" b="1" dirty="0">
                <a:solidFill>
                  <a:srgbClr val="613A29"/>
                </a:solidFill>
                <a:latin typeface="Comic Sans MS"/>
                <a:cs typeface="Comic Sans MS"/>
              </a:rPr>
              <a:t>Uses</a:t>
            </a:r>
            <a:r>
              <a:rPr sz="3400" b="1" spc="70" dirty="0">
                <a:solidFill>
                  <a:srgbClr val="613A29"/>
                </a:solidFill>
                <a:latin typeface="Comic Sans MS"/>
                <a:cs typeface="Comic Sans MS"/>
              </a:rPr>
              <a:t> </a:t>
            </a:r>
            <a:r>
              <a:rPr sz="3400" b="1" spc="-20" dirty="0">
                <a:solidFill>
                  <a:srgbClr val="613A29"/>
                </a:solidFill>
                <a:latin typeface="Comic Sans MS"/>
                <a:cs typeface="Comic Sans MS"/>
              </a:rPr>
              <a:t>slang </a:t>
            </a:r>
            <a:r>
              <a:rPr sz="3400" b="1" spc="-10" dirty="0">
                <a:solidFill>
                  <a:srgbClr val="613A29"/>
                </a:solidFill>
                <a:latin typeface="Comic Sans MS"/>
                <a:cs typeface="Comic Sans MS"/>
              </a:rPr>
              <a:t>Friends/family</a:t>
            </a:r>
            <a:endParaRPr sz="34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38534" y="2726771"/>
            <a:ext cx="2957830" cy="242570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3400" b="1" spc="-10" dirty="0">
                <a:solidFill>
                  <a:srgbClr val="613A29"/>
                </a:solidFill>
                <a:latin typeface="Comic Sans MS"/>
                <a:cs typeface="Comic Sans MS"/>
              </a:rPr>
              <a:t>Polite</a:t>
            </a:r>
            <a:endParaRPr sz="3400">
              <a:latin typeface="Comic Sans MS"/>
              <a:cs typeface="Comic Sans MS"/>
            </a:endParaRPr>
          </a:p>
          <a:p>
            <a:pPr marL="12700" marR="5080">
              <a:lnSpc>
                <a:spcPct val="115799"/>
              </a:lnSpc>
            </a:pPr>
            <a:r>
              <a:rPr sz="3400" b="1" dirty="0">
                <a:solidFill>
                  <a:srgbClr val="613A29"/>
                </a:solidFill>
                <a:latin typeface="Comic Sans MS"/>
                <a:cs typeface="Comic Sans MS"/>
              </a:rPr>
              <a:t>Full</a:t>
            </a:r>
            <a:r>
              <a:rPr sz="3400" b="1" spc="-35" dirty="0">
                <a:solidFill>
                  <a:srgbClr val="613A29"/>
                </a:solidFill>
                <a:latin typeface="Comic Sans MS"/>
                <a:cs typeface="Comic Sans MS"/>
              </a:rPr>
              <a:t> </a:t>
            </a:r>
            <a:r>
              <a:rPr sz="3400" b="1" spc="-10" dirty="0">
                <a:solidFill>
                  <a:srgbClr val="613A29"/>
                </a:solidFill>
                <a:latin typeface="Comic Sans MS"/>
                <a:cs typeface="Comic Sans MS"/>
              </a:rPr>
              <a:t>sentences </a:t>
            </a:r>
            <a:r>
              <a:rPr sz="3400" b="1" dirty="0">
                <a:solidFill>
                  <a:srgbClr val="613A29"/>
                </a:solidFill>
                <a:latin typeface="Comic Sans MS"/>
                <a:cs typeface="Comic Sans MS"/>
              </a:rPr>
              <a:t>No</a:t>
            </a:r>
            <a:r>
              <a:rPr sz="3400" b="1" spc="-10" dirty="0">
                <a:solidFill>
                  <a:srgbClr val="613A29"/>
                </a:solidFill>
                <a:latin typeface="Comic Sans MS"/>
                <a:cs typeface="Comic Sans MS"/>
              </a:rPr>
              <a:t> </a:t>
            </a:r>
            <a:r>
              <a:rPr sz="3400" b="1" spc="-20" dirty="0">
                <a:solidFill>
                  <a:srgbClr val="613A29"/>
                </a:solidFill>
                <a:latin typeface="Comic Sans MS"/>
                <a:cs typeface="Comic Sans MS"/>
              </a:rPr>
              <a:t>slang </a:t>
            </a:r>
            <a:r>
              <a:rPr sz="3400" b="1" spc="-10" dirty="0">
                <a:solidFill>
                  <a:srgbClr val="613A29"/>
                </a:solidFill>
                <a:latin typeface="Comic Sans MS"/>
                <a:cs typeface="Comic Sans MS"/>
              </a:rPr>
              <a:t>School/work</a:t>
            </a:r>
            <a:endParaRPr sz="3400">
              <a:latin typeface="Comic Sans MS"/>
              <a:cs typeface="Comic Sans MS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7109941" y="1574569"/>
            <a:ext cx="3048635" cy="1259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100" i="0" spc="-180" dirty="0">
                <a:solidFill>
                  <a:srgbClr val="9C6E4E"/>
                </a:solidFill>
                <a:latin typeface="Cambria"/>
                <a:cs typeface="Cambria"/>
              </a:rPr>
              <a:t>Formal</a:t>
            </a:r>
            <a:endParaRPr sz="81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0764" y="3818215"/>
            <a:ext cx="6568440" cy="1703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000" spc="-165" dirty="0">
                <a:solidFill>
                  <a:srgbClr val="8F6552"/>
                </a:solidFill>
                <a:latin typeface="Cambria"/>
                <a:cs typeface="Cambria"/>
              </a:rPr>
              <a:t>Differences</a:t>
            </a:r>
            <a:endParaRPr sz="11000">
              <a:latin typeface="Cambria"/>
              <a:cs typeface="Cambria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2271" y="2476500"/>
            <a:ext cx="7010400" cy="4724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" y="-1"/>
            <a:ext cx="18288002" cy="10287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486260" y="917177"/>
            <a:ext cx="13315950" cy="17506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300" i="0" spc="-484" dirty="0">
                <a:solidFill>
                  <a:srgbClr val="613A29"/>
                </a:solidFill>
                <a:latin typeface="Cambria"/>
                <a:cs typeface="Cambria"/>
              </a:rPr>
              <a:t>When</a:t>
            </a:r>
            <a:r>
              <a:rPr sz="11300" i="0" spc="1070" dirty="0">
                <a:solidFill>
                  <a:srgbClr val="613A29"/>
                </a:solidFill>
                <a:latin typeface="Cambria"/>
                <a:cs typeface="Cambria"/>
              </a:rPr>
              <a:t> </a:t>
            </a:r>
            <a:r>
              <a:rPr sz="11300" i="0" spc="-905" dirty="0">
                <a:solidFill>
                  <a:srgbClr val="613A29"/>
                </a:solidFill>
                <a:latin typeface="Cambria"/>
                <a:cs typeface="Cambria"/>
              </a:rPr>
              <a:t>to</a:t>
            </a:r>
            <a:r>
              <a:rPr sz="11300" i="0" spc="1070" dirty="0">
                <a:solidFill>
                  <a:srgbClr val="613A29"/>
                </a:solidFill>
                <a:latin typeface="Cambria"/>
                <a:cs typeface="Cambria"/>
              </a:rPr>
              <a:t> </a:t>
            </a:r>
            <a:r>
              <a:rPr sz="11300" i="0" spc="-595" dirty="0">
                <a:solidFill>
                  <a:srgbClr val="613A29"/>
                </a:solidFill>
                <a:latin typeface="Cambria"/>
                <a:cs typeface="Cambria"/>
              </a:rPr>
              <a:t>Use</a:t>
            </a:r>
            <a:r>
              <a:rPr sz="11300" i="0" spc="1075" dirty="0">
                <a:solidFill>
                  <a:srgbClr val="613A29"/>
                </a:solidFill>
                <a:latin typeface="Cambria"/>
                <a:cs typeface="Cambria"/>
              </a:rPr>
              <a:t> </a:t>
            </a:r>
            <a:r>
              <a:rPr sz="11300" i="0" spc="-395" dirty="0">
                <a:solidFill>
                  <a:srgbClr val="613A29"/>
                </a:solidFill>
                <a:latin typeface="Cambria"/>
                <a:cs typeface="Cambria"/>
              </a:rPr>
              <a:t>Each</a:t>
            </a:r>
            <a:r>
              <a:rPr sz="11300" i="0" spc="1070" dirty="0">
                <a:solidFill>
                  <a:srgbClr val="613A29"/>
                </a:solidFill>
                <a:latin typeface="Cambria"/>
                <a:cs typeface="Cambria"/>
              </a:rPr>
              <a:t> </a:t>
            </a:r>
            <a:r>
              <a:rPr sz="11300" i="0" spc="-505" dirty="0">
                <a:solidFill>
                  <a:srgbClr val="613A29"/>
                </a:solidFill>
                <a:latin typeface="Cambria"/>
                <a:cs typeface="Cambria"/>
              </a:rPr>
              <a:t>One</a:t>
            </a:r>
            <a:endParaRPr sz="113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31300" y="5336656"/>
            <a:ext cx="7670165" cy="25139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000" i="1" dirty="0">
                <a:solidFill>
                  <a:srgbClr val="8F6552"/>
                </a:solidFill>
                <a:latin typeface="Cambria"/>
                <a:cs typeface="Cambria"/>
              </a:rPr>
              <a:t>informal</a:t>
            </a:r>
            <a:r>
              <a:rPr sz="5000" i="1" spc="680" dirty="0">
                <a:solidFill>
                  <a:srgbClr val="8F6552"/>
                </a:solidFill>
                <a:latin typeface="Cambria"/>
                <a:cs typeface="Cambria"/>
              </a:rPr>
              <a:t> </a:t>
            </a:r>
            <a:r>
              <a:rPr sz="5000" i="1" spc="-114" dirty="0">
                <a:solidFill>
                  <a:srgbClr val="8F6552"/>
                </a:solidFill>
                <a:latin typeface="Cambria"/>
                <a:cs typeface="Cambria"/>
              </a:rPr>
              <a:t>communication</a:t>
            </a:r>
            <a:endParaRPr sz="5000">
              <a:latin typeface="Cambria"/>
              <a:cs typeface="Cambria"/>
            </a:endParaRPr>
          </a:p>
          <a:p>
            <a:pPr marL="12700" marR="5080">
              <a:lnSpc>
                <a:spcPct val="117000"/>
              </a:lnSpc>
              <a:spcBef>
                <a:spcPts val="2600"/>
              </a:spcBef>
            </a:pPr>
            <a:r>
              <a:rPr sz="3900" dirty="0">
                <a:solidFill>
                  <a:srgbClr val="613A29"/>
                </a:solidFill>
                <a:latin typeface="Comic Sans MS"/>
                <a:cs typeface="Comic Sans MS"/>
              </a:rPr>
              <a:t>Use</a:t>
            </a:r>
            <a:r>
              <a:rPr sz="3900" spc="55" dirty="0">
                <a:solidFill>
                  <a:srgbClr val="613A29"/>
                </a:solidFill>
                <a:latin typeface="Comic Sans MS"/>
                <a:cs typeface="Comic Sans MS"/>
              </a:rPr>
              <a:t> </a:t>
            </a:r>
            <a:r>
              <a:rPr sz="3900" dirty="0">
                <a:solidFill>
                  <a:srgbClr val="613A29"/>
                </a:solidFill>
                <a:latin typeface="Comic Sans MS"/>
                <a:cs typeface="Comic Sans MS"/>
              </a:rPr>
              <a:t>informal</a:t>
            </a:r>
            <a:r>
              <a:rPr sz="3900" spc="55" dirty="0">
                <a:solidFill>
                  <a:srgbClr val="613A29"/>
                </a:solidFill>
                <a:latin typeface="Comic Sans MS"/>
                <a:cs typeface="Comic Sans MS"/>
              </a:rPr>
              <a:t> </a:t>
            </a:r>
            <a:r>
              <a:rPr sz="3900" dirty="0">
                <a:solidFill>
                  <a:srgbClr val="613A29"/>
                </a:solidFill>
                <a:latin typeface="Comic Sans MS"/>
                <a:cs typeface="Comic Sans MS"/>
              </a:rPr>
              <a:t>communication</a:t>
            </a:r>
            <a:r>
              <a:rPr sz="3900" spc="60" dirty="0">
                <a:solidFill>
                  <a:srgbClr val="613A29"/>
                </a:solidFill>
                <a:latin typeface="Comic Sans MS"/>
                <a:cs typeface="Comic Sans MS"/>
              </a:rPr>
              <a:t> </a:t>
            </a:r>
            <a:r>
              <a:rPr sz="3900" spc="-20" dirty="0">
                <a:solidFill>
                  <a:srgbClr val="613A29"/>
                </a:solidFill>
                <a:latin typeface="Comic Sans MS"/>
                <a:cs typeface="Comic Sans MS"/>
              </a:rPr>
              <a:t>with </a:t>
            </a:r>
            <a:r>
              <a:rPr sz="3900" dirty="0">
                <a:solidFill>
                  <a:srgbClr val="613A29"/>
                </a:solidFill>
                <a:latin typeface="Comic Sans MS"/>
                <a:cs typeface="Comic Sans MS"/>
              </a:rPr>
              <a:t>people</a:t>
            </a:r>
            <a:r>
              <a:rPr sz="3900" spc="20" dirty="0">
                <a:solidFill>
                  <a:srgbClr val="613A29"/>
                </a:solidFill>
                <a:latin typeface="Comic Sans MS"/>
                <a:cs typeface="Comic Sans MS"/>
              </a:rPr>
              <a:t> </a:t>
            </a:r>
            <a:r>
              <a:rPr sz="3900" dirty="0">
                <a:solidFill>
                  <a:srgbClr val="613A29"/>
                </a:solidFill>
                <a:latin typeface="Comic Sans MS"/>
                <a:cs typeface="Comic Sans MS"/>
              </a:rPr>
              <a:t>you</a:t>
            </a:r>
            <a:r>
              <a:rPr sz="3900" spc="20" dirty="0">
                <a:solidFill>
                  <a:srgbClr val="613A29"/>
                </a:solidFill>
                <a:latin typeface="Comic Sans MS"/>
                <a:cs typeface="Comic Sans MS"/>
              </a:rPr>
              <a:t> </a:t>
            </a:r>
            <a:r>
              <a:rPr sz="3900" dirty="0">
                <a:solidFill>
                  <a:srgbClr val="613A29"/>
                </a:solidFill>
                <a:latin typeface="Comic Sans MS"/>
                <a:cs typeface="Comic Sans MS"/>
              </a:rPr>
              <a:t>know</a:t>
            </a:r>
            <a:r>
              <a:rPr sz="3900" spc="20" dirty="0">
                <a:solidFill>
                  <a:srgbClr val="613A29"/>
                </a:solidFill>
                <a:latin typeface="Comic Sans MS"/>
                <a:cs typeface="Comic Sans MS"/>
              </a:rPr>
              <a:t> </a:t>
            </a:r>
            <a:r>
              <a:rPr sz="3900" spc="-20" dirty="0">
                <a:solidFill>
                  <a:srgbClr val="613A29"/>
                </a:solidFill>
                <a:latin typeface="Comic Sans MS"/>
                <a:cs typeface="Comic Sans MS"/>
              </a:rPr>
              <a:t>well</a:t>
            </a:r>
            <a:endParaRPr sz="3900">
              <a:latin typeface="Comic Sans MS"/>
              <a:cs typeface="Comic Sans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77960" y="4937992"/>
            <a:ext cx="5197475" cy="6794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300" dirty="0">
                <a:solidFill>
                  <a:srgbClr val="613A29"/>
                </a:solidFill>
                <a:latin typeface="Comic Sans MS"/>
                <a:cs typeface="Comic Sans MS"/>
              </a:rPr>
              <a:t>or</a:t>
            </a:r>
            <a:r>
              <a:rPr sz="4300" spc="-65" dirty="0">
                <a:solidFill>
                  <a:srgbClr val="613A29"/>
                </a:solidFill>
                <a:latin typeface="Comic Sans MS"/>
                <a:cs typeface="Comic Sans MS"/>
              </a:rPr>
              <a:t> </a:t>
            </a:r>
            <a:r>
              <a:rPr sz="4300" dirty="0">
                <a:solidFill>
                  <a:srgbClr val="613A29"/>
                </a:solidFill>
                <a:latin typeface="Comic Sans MS"/>
                <a:cs typeface="Comic Sans MS"/>
              </a:rPr>
              <a:t>serious</a:t>
            </a:r>
            <a:r>
              <a:rPr sz="4300" spc="-60" dirty="0">
                <a:solidFill>
                  <a:srgbClr val="613A29"/>
                </a:solidFill>
                <a:latin typeface="Comic Sans MS"/>
                <a:cs typeface="Comic Sans MS"/>
              </a:rPr>
              <a:t> </a:t>
            </a:r>
            <a:r>
              <a:rPr sz="4300" spc="-10" dirty="0">
                <a:solidFill>
                  <a:srgbClr val="613A29"/>
                </a:solidFill>
                <a:latin typeface="Comic Sans MS"/>
                <a:cs typeface="Comic Sans MS"/>
              </a:rPr>
              <a:t>situations</a:t>
            </a:r>
            <a:endParaRPr sz="4300">
              <a:latin typeface="Comic Sans MS"/>
              <a:cs typeface="Comic Sans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7960" y="2476811"/>
            <a:ext cx="9015730" cy="2378710"/>
          </a:xfrm>
          <a:prstGeom prst="rect">
            <a:avLst/>
          </a:prstGeom>
        </p:spPr>
        <p:txBody>
          <a:bodyPr vert="horz" wrap="square" lIns="0" tIns="394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05"/>
              </a:spcBef>
            </a:pPr>
            <a:r>
              <a:rPr sz="7150" i="1" dirty="0">
                <a:solidFill>
                  <a:srgbClr val="8F6552"/>
                </a:solidFill>
                <a:latin typeface="Cambria"/>
                <a:cs typeface="Cambria"/>
              </a:rPr>
              <a:t>formal</a:t>
            </a:r>
            <a:r>
              <a:rPr sz="7150" i="1" spc="890" dirty="0">
                <a:solidFill>
                  <a:srgbClr val="8F6552"/>
                </a:solidFill>
                <a:latin typeface="Cambria"/>
                <a:cs typeface="Cambria"/>
              </a:rPr>
              <a:t> </a:t>
            </a:r>
            <a:r>
              <a:rPr sz="7150" i="1" spc="-315" dirty="0">
                <a:solidFill>
                  <a:srgbClr val="8F6552"/>
                </a:solidFill>
                <a:latin typeface="Cambria"/>
                <a:cs typeface="Cambria"/>
              </a:rPr>
              <a:t>communication</a:t>
            </a:r>
            <a:endParaRPr sz="71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785"/>
              </a:spcBef>
            </a:pPr>
            <a:r>
              <a:rPr sz="4300" dirty="0">
                <a:solidFill>
                  <a:srgbClr val="613A29"/>
                </a:solidFill>
                <a:latin typeface="Comic Sans MS"/>
                <a:cs typeface="Comic Sans MS"/>
              </a:rPr>
              <a:t>Use</a:t>
            </a:r>
            <a:r>
              <a:rPr sz="4300" spc="-125" dirty="0">
                <a:solidFill>
                  <a:srgbClr val="613A29"/>
                </a:solidFill>
                <a:latin typeface="Comic Sans MS"/>
                <a:cs typeface="Comic Sans MS"/>
              </a:rPr>
              <a:t> </a:t>
            </a:r>
            <a:r>
              <a:rPr sz="4300" dirty="0">
                <a:solidFill>
                  <a:srgbClr val="613A29"/>
                </a:solidFill>
                <a:latin typeface="Comic Sans MS"/>
                <a:cs typeface="Comic Sans MS"/>
              </a:rPr>
              <a:t>formal</a:t>
            </a:r>
            <a:r>
              <a:rPr sz="4300" spc="-120" dirty="0">
                <a:solidFill>
                  <a:srgbClr val="613A29"/>
                </a:solidFill>
                <a:latin typeface="Comic Sans MS"/>
                <a:cs typeface="Comic Sans MS"/>
              </a:rPr>
              <a:t> </a:t>
            </a:r>
            <a:r>
              <a:rPr sz="4300" dirty="0">
                <a:solidFill>
                  <a:srgbClr val="613A29"/>
                </a:solidFill>
                <a:latin typeface="Comic Sans MS"/>
                <a:cs typeface="Comic Sans MS"/>
              </a:rPr>
              <a:t>communication</a:t>
            </a:r>
            <a:r>
              <a:rPr sz="4300" spc="-120" dirty="0">
                <a:solidFill>
                  <a:srgbClr val="613A29"/>
                </a:solidFill>
                <a:latin typeface="Comic Sans MS"/>
                <a:cs typeface="Comic Sans MS"/>
              </a:rPr>
              <a:t> </a:t>
            </a:r>
            <a:r>
              <a:rPr sz="4300" dirty="0">
                <a:solidFill>
                  <a:srgbClr val="613A29"/>
                </a:solidFill>
                <a:latin typeface="Comic Sans MS"/>
                <a:cs typeface="Comic Sans MS"/>
              </a:rPr>
              <a:t>in</a:t>
            </a:r>
            <a:r>
              <a:rPr sz="4300" spc="-125" dirty="0">
                <a:solidFill>
                  <a:srgbClr val="613A29"/>
                </a:solidFill>
                <a:latin typeface="Comic Sans MS"/>
                <a:cs typeface="Comic Sans MS"/>
              </a:rPr>
              <a:t> </a:t>
            </a:r>
            <a:r>
              <a:rPr sz="4300" spc="-10" dirty="0">
                <a:solidFill>
                  <a:srgbClr val="613A29"/>
                </a:solidFill>
                <a:latin typeface="Comic Sans MS"/>
                <a:cs typeface="Comic Sans MS"/>
              </a:rPr>
              <a:t>school</a:t>
            </a:r>
            <a:endParaRPr sz="4300">
              <a:latin typeface="Comic Sans MS"/>
              <a:cs typeface="Comic Sans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" y="-1"/>
            <a:ext cx="18288002" cy="10287001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28985" rIns="0" bIns="0" rtlCol="0">
            <a:spAutoFit/>
          </a:bodyPr>
          <a:lstStyle/>
          <a:p>
            <a:pPr marL="3227070">
              <a:lnSpc>
                <a:spcPct val="100000"/>
              </a:lnSpc>
              <a:spcBef>
                <a:spcPts val="125"/>
              </a:spcBef>
            </a:pPr>
            <a:r>
              <a:rPr spc="-495" dirty="0"/>
              <a:t>Thanku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8F6552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173</Words>
  <Application>Microsoft Office PowerPoint</Application>
  <PresentationFormat>Custom</PresentationFormat>
  <Paragraphs>36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Calibri</vt:lpstr>
      <vt:lpstr>Cambria</vt:lpstr>
      <vt:lpstr>Comic Sans MS</vt:lpstr>
      <vt:lpstr>Office Theme</vt:lpstr>
      <vt:lpstr>Presentation</vt:lpstr>
      <vt:lpstr>Intro</vt:lpstr>
      <vt:lpstr>What Is Communication?</vt:lpstr>
      <vt:lpstr>Formal Communition</vt:lpstr>
      <vt:lpstr>Informal Communication Informal communication is: Casual and friendly Uses simple words Relaxed tone</vt:lpstr>
      <vt:lpstr>Formal</vt:lpstr>
      <vt:lpstr>When to Use Each One</vt:lpstr>
      <vt:lpstr>Thanku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Peach Playful Presentation Presentation</dc:title>
  <dc:creator>kishmish ejaz</dc:creator>
  <cp:keywords>DAG8DQ4AbgQ,BAG3vNq5I5s,0</cp:keywords>
  <cp:lastModifiedBy>Fatima Nawaz</cp:lastModifiedBy>
  <cp:revision>2</cp:revision>
  <dcterms:created xsi:type="dcterms:W3CDTF">2025-12-21T18:23:44Z</dcterms:created>
  <dcterms:modified xsi:type="dcterms:W3CDTF">2025-12-21T19:12:19Z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2025-12-20T00:00:00Z</vt:filetime>
  </property>
  <property fmtid="{D5CDD505-2E9C-101B-9397-08002B2CF9AE}" pid="3" name="Creator">
    <vt:lpwstr>Canva</vt:lpwstr>
  </property>
  <property fmtid="{D5CDD505-2E9C-101B-9397-08002B2CF9AE}" pid="4" name="LastSaved">
    <vt:filetime>2025-12-21T00:00:00Z</vt:filetime>
  </property>
  <property fmtid="{D5CDD505-2E9C-101B-9397-08002B2CF9AE}" pid="5" name="Producer">
    <vt:lpwstr>Canva</vt:lpwstr>
  </property>
</Properties>
</file>